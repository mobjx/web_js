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87" r:id="rId22"/>
    <p:sldId id="278" r:id="rId23"/>
    <p:sldId id="286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A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D8C9F-839A-4169-8FA4-9C8125268621}" v="632" dt="2023-06-28T13:01:28.446"/>
    <p1510:client id="{2ABC0FFD-E36F-4B4C-AC5B-FB5469B5B17D}" v="140" dt="2023-06-28T13:57:22.336"/>
    <p1510:client id="{7158D692-307A-4C8E-8F14-1E2814C8BF1E}" v="20" dt="2023-06-30T20:30:50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 ximeng" userId="5bf5a313a20e58d1" providerId="Windows Live" clId="Web-{282D8C9F-839A-4169-8FA4-9C8125268621}"/>
    <pc:docChg chg="addSld delSld modSld sldOrd addMainMaster">
      <pc:chgData name="cai ximeng" userId="5bf5a313a20e58d1" providerId="Windows Live" clId="Web-{282D8C9F-839A-4169-8FA4-9C8125268621}" dt="2023-06-28T13:01:28.446" v="613" actId="20577"/>
      <pc:docMkLst>
        <pc:docMk/>
      </pc:docMkLst>
      <pc:sldChg chg="del">
        <pc:chgData name="cai ximeng" userId="5bf5a313a20e58d1" providerId="Windows Live" clId="Web-{282D8C9F-839A-4169-8FA4-9C8125268621}" dt="2023-06-28T08:42:39.911" v="1"/>
        <pc:sldMkLst>
          <pc:docMk/>
          <pc:sldMk cId="703088496" sldId="256"/>
        </pc:sldMkLst>
      </pc:sldChg>
      <pc:sldChg chg="modSp add">
        <pc:chgData name="cai ximeng" userId="5bf5a313a20e58d1" providerId="Windows Live" clId="Web-{282D8C9F-839A-4169-8FA4-9C8125268621}" dt="2023-06-28T08:46:26.963" v="8" actId="20577"/>
        <pc:sldMkLst>
          <pc:docMk/>
          <pc:sldMk cId="1675097394" sldId="257"/>
        </pc:sldMkLst>
        <pc:spChg chg="mod">
          <ac:chgData name="cai ximeng" userId="5bf5a313a20e58d1" providerId="Windows Live" clId="Web-{282D8C9F-839A-4169-8FA4-9C8125268621}" dt="2023-06-28T08:46:26.963" v="8" actId="20577"/>
          <ac:spMkLst>
            <pc:docMk/>
            <pc:sldMk cId="1675097394" sldId="257"/>
            <ac:spMk id="4" creationId="{7861FF41-390F-3492-BC06-ECFCA4FCCFCC}"/>
          </ac:spMkLst>
        </pc:spChg>
      </pc:sldChg>
      <pc:sldChg chg="modSp add del">
        <pc:chgData name="cai ximeng" userId="5bf5a313a20e58d1" providerId="Windows Live" clId="Web-{282D8C9F-839A-4169-8FA4-9C8125268621}" dt="2023-06-28T08:49:03.295" v="21"/>
        <pc:sldMkLst>
          <pc:docMk/>
          <pc:sldMk cId="1481667992" sldId="258"/>
        </pc:sldMkLst>
        <pc:spChg chg="mod">
          <ac:chgData name="cai ximeng" userId="5bf5a313a20e58d1" providerId="Windows Live" clId="Web-{282D8C9F-839A-4169-8FA4-9C8125268621}" dt="2023-06-28T08:49:00.795" v="20" actId="20577"/>
          <ac:spMkLst>
            <pc:docMk/>
            <pc:sldMk cId="1481667992" sldId="258"/>
            <ac:spMk id="3" creationId="{BD4491F8-7BB4-881D-B81C-F3E5E51A368C}"/>
          </ac:spMkLst>
        </pc:spChg>
      </pc:sldChg>
      <pc:sldChg chg="add">
        <pc:chgData name="cai ximeng" userId="5bf5a313a20e58d1" providerId="Windows Live" clId="Web-{282D8C9F-839A-4169-8FA4-9C8125268621}" dt="2023-06-28T08:49:04.357" v="22"/>
        <pc:sldMkLst>
          <pc:docMk/>
          <pc:sldMk cId="2041814742" sldId="258"/>
        </pc:sldMkLst>
      </pc:sldChg>
      <pc:sldChg chg="add">
        <pc:chgData name="cai ximeng" userId="5bf5a313a20e58d1" providerId="Windows Live" clId="Web-{282D8C9F-839A-4169-8FA4-9C8125268621}" dt="2023-06-28T08:49:10.139" v="23"/>
        <pc:sldMkLst>
          <pc:docMk/>
          <pc:sldMk cId="169398861" sldId="259"/>
        </pc:sldMkLst>
      </pc:sldChg>
      <pc:sldChg chg="add">
        <pc:chgData name="cai ximeng" userId="5bf5a313a20e58d1" providerId="Windows Live" clId="Web-{282D8C9F-839A-4169-8FA4-9C8125268621}" dt="2023-06-28T08:49:14.904" v="24"/>
        <pc:sldMkLst>
          <pc:docMk/>
          <pc:sldMk cId="2131777323" sldId="260"/>
        </pc:sldMkLst>
      </pc:sldChg>
      <pc:sldChg chg="add">
        <pc:chgData name="cai ximeng" userId="5bf5a313a20e58d1" providerId="Windows Live" clId="Web-{282D8C9F-839A-4169-8FA4-9C8125268621}" dt="2023-06-28T08:49:27.264" v="25"/>
        <pc:sldMkLst>
          <pc:docMk/>
          <pc:sldMk cId="2031221366" sldId="261"/>
        </pc:sldMkLst>
      </pc:sldChg>
      <pc:sldChg chg="add">
        <pc:chgData name="cai ximeng" userId="5bf5a313a20e58d1" providerId="Windows Live" clId="Web-{282D8C9F-839A-4169-8FA4-9C8125268621}" dt="2023-06-28T08:52:26.080" v="26"/>
        <pc:sldMkLst>
          <pc:docMk/>
          <pc:sldMk cId="3768813069" sldId="262"/>
        </pc:sldMkLst>
      </pc:sldChg>
      <pc:sldChg chg="add">
        <pc:chgData name="cai ximeng" userId="5bf5a313a20e58d1" providerId="Windows Live" clId="Web-{282D8C9F-839A-4169-8FA4-9C8125268621}" dt="2023-06-28T08:52:33.190" v="27"/>
        <pc:sldMkLst>
          <pc:docMk/>
          <pc:sldMk cId="3136457179" sldId="263"/>
        </pc:sldMkLst>
      </pc:sldChg>
      <pc:sldChg chg="add">
        <pc:chgData name="cai ximeng" userId="5bf5a313a20e58d1" providerId="Windows Live" clId="Web-{282D8C9F-839A-4169-8FA4-9C8125268621}" dt="2023-06-28T08:52:37.815" v="28"/>
        <pc:sldMkLst>
          <pc:docMk/>
          <pc:sldMk cId="1299744041" sldId="264"/>
        </pc:sldMkLst>
      </pc:sldChg>
      <pc:sldChg chg="add">
        <pc:chgData name="cai ximeng" userId="5bf5a313a20e58d1" providerId="Windows Live" clId="Web-{282D8C9F-839A-4169-8FA4-9C8125268621}" dt="2023-06-28T08:52:41.565" v="29"/>
        <pc:sldMkLst>
          <pc:docMk/>
          <pc:sldMk cId="1388194566" sldId="265"/>
        </pc:sldMkLst>
      </pc:sldChg>
      <pc:sldChg chg="modSp add">
        <pc:chgData name="cai ximeng" userId="5bf5a313a20e58d1" providerId="Windows Live" clId="Web-{282D8C9F-839A-4169-8FA4-9C8125268621}" dt="2023-06-28T09:27:02.437" v="215" actId="20577"/>
        <pc:sldMkLst>
          <pc:docMk/>
          <pc:sldMk cId="2375436150" sldId="266"/>
        </pc:sldMkLst>
        <pc:spChg chg="mod">
          <ac:chgData name="cai ximeng" userId="5bf5a313a20e58d1" providerId="Windows Live" clId="Web-{282D8C9F-839A-4169-8FA4-9C8125268621}" dt="2023-06-28T09:27:02.437" v="215" actId="20577"/>
          <ac:spMkLst>
            <pc:docMk/>
            <pc:sldMk cId="2375436150" sldId="266"/>
            <ac:spMk id="3" creationId="{BD4491F8-7BB4-881D-B81C-F3E5E51A368C}"/>
          </ac:spMkLst>
        </pc:spChg>
        <pc:spChg chg="mod">
          <ac:chgData name="cai ximeng" userId="5bf5a313a20e58d1" providerId="Windows Live" clId="Web-{282D8C9F-839A-4169-8FA4-9C8125268621}" dt="2023-06-28T08:55:23.693" v="56" actId="20577"/>
          <ac:spMkLst>
            <pc:docMk/>
            <pc:sldMk cId="2375436150" sldId="266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282D8C9F-839A-4169-8FA4-9C8125268621}" dt="2023-06-28T09:35:49.198" v="308" actId="20577"/>
        <pc:sldMkLst>
          <pc:docMk/>
          <pc:sldMk cId="126793018" sldId="267"/>
        </pc:sldMkLst>
        <pc:spChg chg="mod">
          <ac:chgData name="cai ximeng" userId="5bf5a313a20e58d1" providerId="Windows Live" clId="Web-{282D8C9F-839A-4169-8FA4-9C8125268621}" dt="2023-06-28T09:35:49.198" v="308" actId="20577"/>
          <ac:spMkLst>
            <pc:docMk/>
            <pc:sldMk cId="126793018" sldId="267"/>
            <ac:spMk id="3" creationId="{BD4491F8-7BB4-881D-B81C-F3E5E51A368C}"/>
          </ac:spMkLst>
        </pc:spChg>
      </pc:sldChg>
      <pc:sldChg chg="add del">
        <pc:chgData name="cai ximeng" userId="5bf5a313a20e58d1" providerId="Windows Live" clId="Web-{282D8C9F-839A-4169-8FA4-9C8125268621}" dt="2023-06-28T08:54:52.177" v="32"/>
        <pc:sldMkLst>
          <pc:docMk/>
          <pc:sldMk cId="4016381913" sldId="267"/>
        </pc:sldMkLst>
      </pc:sldChg>
      <pc:sldChg chg="modSp add replId">
        <pc:chgData name="cai ximeng" userId="5bf5a313a20e58d1" providerId="Windows Live" clId="Web-{282D8C9F-839A-4169-8FA4-9C8125268621}" dt="2023-06-28T09:42:16.644" v="360" actId="20577"/>
        <pc:sldMkLst>
          <pc:docMk/>
          <pc:sldMk cId="562298070" sldId="268"/>
        </pc:sldMkLst>
        <pc:spChg chg="mod">
          <ac:chgData name="cai ximeng" userId="5bf5a313a20e58d1" providerId="Windows Live" clId="Web-{282D8C9F-839A-4169-8FA4-9C8125268621}" dt="2023-06-28T09:42:16.644" v="360" actId="20577"/>
          <ac:spMkLst>
            <pc:docMk/>
            <pc:sldMk cId="562298070" sldId="268"/>
            <ac:spMk id="3" creationId="{BD4491F8-7BB4-881D-B81C-F3E5E51A368C}"/>
          </ac:spMkLst>
        </pc:spChg>
        <pc:spChg chg="mod">
          <ac:chgData name="cai ximeng" userId="5bf5a313a20e58d1" providerId="Windows Live" clId="Web-{282D8C9F-839A-4169-8FA4-9C8125268621}" dt="2023-06-28T09:32:07.600" v="235" actId="20577"/>
          <ac:spMkLst>
            <pc:docMk/>
            <pc:sldMk cId="562298070" sldId="268"/>
            <ac:spMk id="4" creationId="{995035FB-69C5-B278-09D6-159257064A20}"/>
          </ac:spMkLst>
        </pc:spChg>
      </pc:sldChg>
      <pc:sldChg chg="modSp add ord replId">
        <pc:chgData name="cai ximeng" userId="5bf5a313a20e58d1" providerId="Windows Live" clId="Web-{282D8C9F-839A-4169-8FA4-9C8125268621}" dt="2023-06-28T09:25:12.325" v="200" actId="20577"/>
        <pc:sldMkLst>
          <pc:docMk/>
          <pc:sldMk cId="3054888189" sldId="269"/>
        </pc:sldMkLst>
        <pc:spChg chg="mod">
          <ac:chgData name="cai ximeng" userId="5bf5a313a20e58d1" providerId="Windows Live" clId="Web-{282D8C9F-839A-4169-8FA4-9C8125268621}" dt="2023-06-28T09:25:12.325" v="200" actId="20577"/>
          <ac:spMkLst>
            <pc:docMk/>
            <pc:sldMk cId="3054888189" sldId="269"/>
            <ac:spMk id="3" creationId="{BD4491F8-7BB4-881D-B81C-F3E5E51A368C}"/>
          </ac:spMkLst>
        </pc:spChg>
        <pc:spChg chg="mod">
          <ac:chgData name="cai ximeng" userId="5bf5a313a20e58d1" providerId="Windows Live" clId="Web-{282D8C9F-839A-4169-8FA4-9C8125268621}" dt="2023-06-28T09:11:24.604" v="130" actId="20577"/>
          <ac:spMkLst>
            <pc:docMk/>
            <pc:sldMk cId="3054888189" sldId="269"/>
            <ac:spMk id="4" creationId="{995035FB-69C5-B278-09D6-159257064A20}"/>
          </ac:spMkLst>
        </pc:spChg>
      </pc:sldChg>
      <pc:sldChg chg="delSp modSp add replId">
        <pc:chgData name="cai ximeng" userId="5bf5a313a20e58d1" providerId="Windows Live" clId="Web-{282D8C9F-839A-4169-8FA4-9C8125268621}" dt="2023-06-28T09:44:55.069" v="424" actId="1076"/>
        <pc:sldMkLst>
          <pc:docMk/>
          <pc:sldMk cId="881010989" sldId="270"/>
        </pc:sldMkLst>
        <pc:spChg chg="mod">
          <ac:chgData name="cai ximeng" userId="5bf5a313a20e58d1" providerId="Windows Live" clId="Web-{282D8C9F-839A-4169-8FA4-9C8125268621}" dt="2023-06-28T09:44:55.069" v="424" actId="1076"/>
          <ac:spMkLst>
            <pc:docMk/>
            <pc:sldMk cId="881010989" sldId="270"/>
            <ac:spMk id="3" creationId="{BD4491F8-7BB4-881D-B81C-F3E5E51A368C}"/>
          </ac:spMkLst>
        </pc:spChg>
        <pc:spChg chg="del">
          <ac:chgData name="cai ximeng" userId="5bf5a313a20e58d1" providerId="Windows Live" clId="Web-{282D8C9F-839A-4169-8FA4-9C8125268621}" dt="2023-06-28T09:44:51.397" v="423"/>
          <ac:spMkLst>
            <pc:docMk/>
            <pc:sldMk cId="881010989" sldId="270"/>
            <ac:spMk id="4" creationId="{995035FB-69C5-B278-09D6-159257064A20}"/>
          </ac:spMkLst>
        </pc:spChg>
      </pc:sldChg>
      <pc:sldChg chg="delSp modSp add replId">
        <pc:chgData name="cai ximeng" userId="5bf5a313a20e58d1" providerId="Windows Live" clId="Web-{282D8C9F-839A-4169-8FA4-9C8125268621}" dt="2023-06-28T09:47:29.166" v="473" actId="1076"/>
        <pc:sldMkLst>
          <pc:docMk/>
          <pc:sldMk cId="1470252745" sldId="271"/>
        </pc:sldMkLst>
        <pc:spChg chg="mod">
          <ac:chgData name="cai ximeng" userId="5bf5a313a20e58d1" providerId="Windows Live" clId="Web-{282D8C9F-839A-4169-8FA4-9C8125268621}" dt="2023-06-28T09:47:29.166" v="473" actId="1076"/>
          <ac:spMkLst>
            <pc:docMk/>
            <pc:sldMk cId="1470252745" sldId="271"/>
            <ac:spMk id="3" creationId="{BD4491F8-7BB4-881D-B81C-F3E5E51A368C}"/>
          </ac:spMkLst>
        </pc:spChg>
        <pc:spChg chg="del">
          <ac:chgData name="cai ximeng" userId="5bf5a313a20e58d1" providerId="Windows Live" clId="Web-{282D8C9F-839A-4169-8FA4-9C8125268621}" dt="2023-06-28T09:44:17.443" v="418"/>
          <ac:spMkLst>
            <pc:docMk/>
            <pc:sldMk cId="1470252745" sldId="271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282D8C9F-839A-4169-8FA4-9C8125268621}" dt="2023-06-28T09:56:28.506" v="551" actId="20577"/>
        <pc:sldMkLst>
          <pc:docMk/>
          <pc:sldMk cId="3846579620" sldId="272"/>
        </pc:sldMkLst>
        <pc:spChg chg="mod">
          <ac:chgData name="cai ximeng" userId="5bf5a313a20e58d1" providerId="Windows Live" clId="Web-{282D8C9F-839A-4169-8FA4-9C8125268621}" dt="2023-06-28T09:56:28.506" v="551" actId="20577"/>
          <ac:spMkLst>
            <pc:docMk/>
            <pc:sldMk cId="3846579620" sldId="272"/>
            <ac:spMk id="3" creationId="{BD4491F8-7BB4-881D-B81C-F3E5E51A368C}"/>
          </ac:spMkLst>
        </pc:spChg>
      </pc:sldChg>
      <pc:sldChg chg="modSp add replId">
        <pc:chgData name="cai ximeng" userId="5bf5a313a20e58d1" providerId="Windows Live" clId="Web-{282D8C9F-839A-4169-8FA4-9C8125268621}" dt="2023-06-28T09:55:54.099" v="540" actId="20577"/>
        <pc:sldMkLst>
          <pc:docMk/>
          <pc:sldMk cId="3929325876" sldId="273"/>
        </pc:sldMkLst>
        <pc:spChg chg="mod">
          <ac:chgData name="cai ximeng" userId="5bf5a313a20e58d1" providerId="Windows Live" clId="Web-{282D8C9F-839A-4169-8FA4-9C8125268621}" dt="2023-06-28T09:55:54.099" v="540" actId="20577"/>
          <ac:spMkLst>
            <pc:docMk/>
            <pc:sldMk cId="3929325876" sldId="273"/>
            <ac:spMk id="3" creationId="{BD4491F8-7BB4-881D-B81C-F3E5E51A368C}"/>
          </ac:spMkLst>
        </pc:spChg>
      </pc:sldChg>
      <pc:sldChg chg="modSp add replId">
        <pc:chgData name="cai ximeng" userId="5bf5a313a20e58d1" providerId="Windows Live" clId="Web-{282D8C9F-839A-4169-8FA4-9C8125268621}" dt="2023-06-28T09:57:36.570" v="567" actId="20577"/>
        <pc:sldMkLst>
          <pc:docMk/>
          <pc:sldMk cId="2082114020" sldId="274"/>
        </pc:sldMkLst>
        <pc:spChg chg="mod">
          <ac:chgData name="cai ximeng" userId="5bf5a313a20e58d1" providerId="Windows Live" clId="Web-{282D8C9F-839A-4169-8FA4-9C8125268621}" dt="2023-06-28T09:57:36.570" v="567" actId="20577"/>
          <ac:spMkLst>
            <pc:docMk/>
            <pc:sldMk cId="2082114020" sldId="274"/>
            <ac:spMk id="3" creationId="{BD4491F8-7BB4-881D-B81C-F3E5E51A368C}"/>
          </ac:spMkLst>
        </pc:spChg>
      </pc:sldChg>
      <pc:sldChg chg="addSp delSp modSp add replId">
        <pc:chgData name="cai ximeng" userId="5bf5a313a20e58d1" providerId="Windows Live" clId="Web-{282D8C9F-839A-4169-8FA4-9C8125268621}" dt="2023-06-28T11:25:30.056" v="580" actId="14100"/>
        <pc:sldMkLst>
          <pc:docMk/>
          <pc:sldMk cId="3153828663" sldId="275"/>
        </pc:sldMkLst>
        <pc:spChg chg="del mod">
          <ac:chgData name="cai ximeng" userId="5bf5a313a20e58d1" providerId="Windows Live" clId="Web-{282D8C9F-839A-4169-8FA4-9C8125268621}" dt="2023-06-28T11:24:31.414" v="570"/>
          <ac:spMkLst>
            <pc:docMk/>
            <pc:sldMk cId="3153828663" sldId="275"/>
            <ac:spMk id="3" creationId="{BD4491F8-7BB4-881D-B81C-F3E5E51A368C}"/>
          </ac:spMkLst>
        </pc:spChg>
        <pc:spChg chg="add del mod">
          <ac:chgData name="cai ximeng" userId="5bf5a313a20e58d1" providerId="Windows Live" clId="Web-{282D8C9F-839A-4169-8FA4-9C8125268621}" dt="2023-06-28T11:24:33.180" v="571"/>
          <ac:spMkLst>
            <pc:docMk/>
            <pc:sldMk cId="3153828663" sldId="275"/>
            <ac:spMk id="4" creationId="{61DEB432-B4F7-99B5-3290-82AF018BFD93}"/>
          </ac:spMkLst>
        </pc:spChg>
        <pc:spChg chg="add mod">
          <ac:chgData name="cai ximeng" userId="5bf5a313a20e58d1" providerId="Windows Live" clId="Web-{282D8C9F-839A-4169-8FA4-9C8125268621}" dt="2023-06-28T11:25:30.056" v="580" actId="14100"/>
          <ac:spMkLst>
            <pc:docMk/>
            <pc:sldMk cId="3153828663" sldId="275"/>
            <ac:spMk id="6" creationId="{CF80F40D-C8D7-3A05-F94C-036FF04AB9A3}"/>
          </ac:spMkLst>
        </pc:spChg>
        <pc:picChg chg="add mod ord">
          <ac:chgData name="cai ximeng" userId="5bf5a313a20e58d1" providerId="Windows Live" clId="Web-{282D8C9F-839A-4169-8FA4-9C8125268621}" dt="2023-06-28T11:25:25.181" v="579" actId="1076"/>
          <ac:picMkLst>
            <pc:docMk/>
            <pc:sldMk cId="3153828663" sldId="275"/>
            <ac:picMk id="5" creationId="{E9DDA0EB-9568-B4DE-1887-1C6814264AF9}"/>
          </ac:picMkLst>
        </pc:picChg>
      </pc:sldChg>
      <pc:sldChg chg="add">
        <pc:chgData name="cai ximeng" userId="5bf5a313a20e58d1" providerId="Windows Live" clId="Web-{282D8C9F-839A-4169-8FA4-9C8125268621}" dt="2023-06-28T11:26:08.057" v="581"/>
        <pc:sldMkLst>
          <pc:docMk/>
          <pc:sldMk cId="3486734524" sldId="276"/>
        </pc:sldMkLst>
      </pc:sldChg>
      <pc:sldChg chg="modSp add">
        <pc:chgData name="cai ximeng" userId="5bf5a313a20e58d1" providerId="Windows Live" clId="Web-{282D8C9F-839A-4169-8FA4-9C8125268621}" dt="2023-06-28T12:00:02.599" v="597" actId="20577"/>
        <pc:sldMkLst>
          <pc:docMk/>
          <pc:sldMk cId="3263859631" sldId="277"/>
        </pc:sldMkLst>
        <pc:spChg chg="mod">
          <ac:chgData name="cai ximeng" userId="5bf5a313a20e58d1" providerId="Windows Live" clId="Web-{282D8C9F-839A-4169-8FA4-9C8125268621}" dt="2023-06-28T12:00:02.599" v="597" actId="20577"/>
          <ac:spMkLst>
            <pc:docMk/>
            <pc:sldMk cId="3263859631" sldId="277"/>
            <ac:spMk id="12" creationId="{7D8AC58B-F8B4-1BCD-FF59-CEDC42FD1CFD}"/>
          </ac:spMkLst>
        </pc:spChg>
      </pc:sldChg>
      <pc:sldChg chg="delSp add">
        <pc:chgData name="cai ximeng" userId="5bf5a313a20e58d1" providerId="Windows Live" clId="Web-{282D8C9F-839A-4169-8FA4-9C8125268621}" dt="2023-06-28T12:00:55.476" v="599"/>
        <pc:sldMkLst>
          <pc:docMk/>
          <pc:sldMk cId="1100898650" sldId="278"/>
        </pc:sldMkLst>
        <pc:picChg chg="del">
          <ac:chgData name="cai ximeng" userId="5bf5a313a20e58d1" providerId="Windows Live" clId="Web-{282D8C9F-839A-4169-8FA4-9C8125268621}" dt="2023-06-28T12:00:55.476" v="599"/>
          <ac:picMkLst>
            <pc:docMk/>
            <pc:sldMk cId="1100898650" sldId="278"/>
            <ac:picMk id="2" creationId="{8B8478D2-491E-B229-893F-151CF4741F8F}"/>
          </ac:picMkLst>
        </pc:picChg>
      </pc:sldChg>
      <pc:sldChg chg="delSp add">
        <pc:chgData name="cai ximeng" userId="5bf5a313a20e58d1" providerId="Windows Live" clId="Web-{282D8C9F-839A-4169-8FA4-9C8125268621}" dt="2023-06-28T12:04:30.280" v="601"/>
        <pc:sldMkLst>
          <pc:docMk/>
          <pc:sldMk cId="3389887143" sldId="279"/>
        </pc:sldMkLst>
        <pc:picChg chg="del">
          <ac:chgData name="cai ximeng" userId="5bf5a313a20e58d1" providerId="Windows Live" clId="Web-{282D8C9F-839A-4169-8FA4-9C8125268621}" dt="2023-06-28T12:04:30.280" v="601"/>
          <ac:picMkLst>
            <pc:docMk/>
            <pc:sldMk cId="3389887143" sldId="279"/>
            <ac:picMk id="2" creationId="{A351770A-AF90-36F6-F91D-66CBC82116A9}"/>
          </ac:picMkLst>
        </pc:picChg>
      </pc:sldChg>
      <pc:sldChg chg="addSp modSp">
        <pc:chgData name="cai ximeng" userId="5bf5a313a20e58d1" providerId="Windows Live" clId="Web-{282D8C9F-839A-4169-8FA4-9C8125268621}" dt="2023-06-28T13:01:09.101" v="609" actId="14100"/>
        <pc:sldMkLst>
          <pc:docMk/>
          <pc:sldMk cId="2959776863" sldId="286"/>
        </pc:sldMkLst>
        <pc:spChg chg="mod">
          <ac:chgData name="cai ximeng" userId="5bf5a313a20e58d1" providerId="Windows Live" clId="Web-{282D8C9F-839A-4169-8FA4-9C8125268621}" dt="2023-06-28T13:01:00.226" v="606" actId="20577"/>
          <ac:spMkLst>
            <pc:docMk/>
            <pc:sldMk cId="2959776863" sldId="286"/>
            <ac:spMk id="4" creationId="{995035FB-69C5-B278-09D6-159257064A20}"/>
          </ac:spMkLst>
        </pc:spChg>
        <pc:picChg chg="add mod">
          <ac:chgData name="cai ximeng" userId="5bf5a313a20e58d1" providerId="Windows Live" clId="Web-{282D8C9F-839A-4169-8FA4-9C8125268621}" dt="2023-06-28T13:01:09.101" v="609" actId="14100"/>
          <ac:picMkLst>
            <pc:docMk/>
            <pc:sldMk cId="2959776863" sldId="286"/>
            <ac:picMk id="2" creationId="{68F5E4A7-EB15-26CF-9C38-4AE0E5A4A3B3}"/>
          </ac:picMkLst>
        </pc:picChg>
      </pc:sldChg>
      <pc:sldChg chg="delSp modSp add replId">
        <pc:chgData name="cai ximeng" userId="5bf5a313a20e58d1" providerId="Windows Live" clId="Web-{282D8C9F-839A-4169-8FA4-9C8125268621}" dt="2023-06-28T13:01:28.446" v="613" actId="20577"/>
        <pc:sldMkLst>
          <pc:docMk/>
          <pc:sldMk cId="3759176856" sldId="287"/>
        </pc:sldMkLst>
        <pc:spChg chg="mod">
          <ac:chgData name="cai ximeng" userId="5bf5a313a20e58d1" providerId="Windows Live" clId="Web-{282D8C9F-839A-4169-8FA4-9C8125268621}" dt="2023-06-28T13:01:28.446" v="613" actId="20577"/>
          <ac:spMkLst>
            <pc:docMk/>
            <pc:sldMk cId="3759176856" sldId="287"/>
            <ac:spMk id="4" creationId="{995035FB-69C5-B278-09D6-159257064A20}"/>
          </ac:spMkLst>
        </pc:spChg>
        <pc:picChg chg="del">
          <ac:chgData name="cai ximeng" userId="5bf5a313a20e58d1" providerId="Windows Live" clId="Web-{282D8C9F-839A-4169-8FA4-9C8125268621}" dt="2023-06-28T13:01:24.696" v="611"/>
          <ac:picMkLst>
            <pc:docMk/>
            <pc:sldMk cId="3759176856" sldId="287"/>
            <ac:picMk id="2" creationId="{68F5E4A7-EB15-26CF-9C38-4AE0E5A4A3B3}"/>
          </ac:picMkLst>
        </pc:picChg>
      </pc:sldChg>
      <pc:sldMasterChg chg="add addSldLayout">
        <pc:chgData name="cai ximeng" userId="5bf5a313a20e58d1" providerId="Windows Live" clId="Web-{282D8C9F-839A-4169-8FA4-9C8125268621}" dt="2023-06-28T08:42:37.193" v="0"/>
        <pc:sldMasterMkLst>
          <pc:docMk/>
          <pc:sldMasterMk cId="2916752703" sldId="2147483699"/>
        </pc:sldMasterMkLst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4011478663" sldId="2147483688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3853846634" sldId="2147483689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3866457934" sldId="2147483690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2081293102" sldId="2147483691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4064505534" sldId="2147483692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1499083563" sldId="2147483693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3384188395" sldId="2147483694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3285553669" sldId="2147483695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3304539408" sldId="2147483696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143760010" sldId="2147483697"/>
          </pc:sldLayoutMkLst>
        </pc:sldLayoutChg>
        <pc:sldLayoutChg chg="add">
          <pc:chgData name="cai ximeng" userId="5bf5a313a20e58d1" providerId="Windows Live" clId="Web-{282D8C9F-839A-4169-8FA4-9C8125268621}" dt="2023-06-28T08:42:37.193" v="0"/>
          <pc:sldLayoutMkLst>
            <pc:docMk/>
            <pc:sldMasterMk cId="2916752703" sldId="2147483699"/>
            <pc:sldLayoutMk cId="2269566430" sldId="2147483698"/>
          </pc:sldLayoutMkLst>
        </pc:sldLayoutChg>
      </pc:sldMasterChg>
    </pc:docChg>
  </pc:docChgLst>
  <pc:docChgLst>
    <pc:chgData name="Matteo Yi" userId="b275dd5034d61192" providerId="Windows Live" clId="Web-{2ABC0FFD-E36F-4B4C-AC5B-FB5469B5B17D}"/>
    <pc:docChg chg="addSld delSld modSld sldOrd">
      <pc:chgData name="Matteo Yi" userId="b275dd5034d61192" providerId="Windows Live" clId="Web-{2ABC0FFD-E36F-4B4C-AC5B-FB5469B5B17D}" dt="2023-06-28T13:57:22.336" v="118" actId="1076"/>
      <pc:docMkLst>
        <pc:docMk/>
      </pc:docMkLst>
      <pc:sldChg chg="addSp delSp modSp">
        <pc:chgData name="Matteo Yi" userId="b275dd5034d61192" providerId="Windows Live" clId="Web-{2ABC0FFD-E36F-4B4C-AC5B-FB5469B5B17D}" dt="2023-06-28T12:52:24.004" v="83" actId="1076"/>
        <pc:sldMkLst>
          <pc:docMk/>
          <pc:sldMk cId="1100898650" sldId="278"/>
        </pc:sldMkLst>
        <pc:picChg chg="add del mod">
          <ac:chgData name="Matteo Yi" userId="b275dd5034d61192" providerId="Windows Live" clId="Web-{2ABC0FFD-E36F-4B4C-AC5B-FB5469B5B17D}" dt="2023-06-28T12:11:04.563" v="2"/>
          <ac:picMkLst>
            <pc:docMk/>
            <pc:sldMk cId="1100898650" sldId="278"/>
            <ac:picMk id="2" creationId="{27314F16-C827-7D2E-6BAE-74CC907AEEFB}"/>
          </ac:picMkLst>
        </pc:picChg>
        <pc:picChg chg="add del mod">
          <ac:chgData name="Matteo Yi" userId="b275dd5034d61192" providerId="Windows Live" clId="Web-{2ABC0FFD-E36F-4B4C-AC5B-FB5469B5B17D}" dt="2023-06-28T12:52:03.191" v="79"/>
          <ac:picMkLst>
            <pc:docMk/>
            <pc:sldMk cId="1100898650" sldId="278"/>
            <ac:picMk id="2" creationId="{AD1E9295-B3F2-4A30-2F98-1D00139078EC}"/>
          </ac:picMkLst>
        </pc:picChg>
        <pc:picChg chg="add mod">
          <ac:chgData name="Matteo Yi" userId="b275dd5034d61192" providerId="Windows Live" clId="Web-{2ABC0FFD-E36F-4B4C-AC5B-FB5469B5B17D}" dt="2023-06-28T12:52:24.004" v="83" actId="1076"/>
          <ac:picMkLst>
            <pc:docMk/>
            <pc:sldMk cId="1100898650" sldId="278"/>
            <ac:picMk id="3" creationId="{6A9DE786-547C-74ED-CB7B-C13050893800}"/>
          </ac:picMkLst>
        </pc:picChg>
      </pc:sldChg>
      <pc:sldChg chg="addSp modSp">
        <pc:chgData name="Matteo Yi" userId="b275dd5034d61192" providerId="Windows Live" clId="Web-{2ABC0FFD-E36F-4B4C-AC5B-FB5469B5B17D}" dt="2023-06-28T13:43:14.472" v="106" actId="1076"/>
        <pc:sldMkLst>
          <pc:docMk/>
          <pc:sldMk cId="3389887143" sldId="279"/>
        </pc:sldMkLst>
        <pc:spChg chg="mod">
          <ac:chgData name="Matteo Yi" userId="b275dd5034d61192" providerId="Windows Live" clId="Web-{2ABC0FFD-E36F-4B4C-AC5B-FB5469B5B17D}" dt="2023-06-28T12:38:45.207" v="12" actId="20577"/>
          <ac:spMkLst>
            <pc:docMk/>
            <pc:sldMk cId="3389887143" sldId="279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43:14.472" v="106" actId="1076"/>
          <ac:picMkLst>
            <pc:docMk/>
            <pc:sldMk cId="3389887143" sldId="279"/>
            <ac:picMk id="2" creationId="{71FA116C-1D1C-9B62-68C1-27365FF6F076}"/>
          </ac:picMkLst>
        </pc:picChg>
      </pc:sldChg>
      <pc:sldChg chg="addSp modSp add replId">
        <pc:chgData name="Matteo Yi" userId="b275dd5034d61192" providerId="Windows Live" clId="Web-{2ABC0FFD-E36F-4B4C-AC5B-FB5469B5B17D}" dt="2023-06-28T13:48:07.917" v="110" actId="1076"/>
        <pc:sldMkLst>
          <pc:docMk/>
          <pc:sldMk cId="1773521292" sldId="280"/>
        </pc:sldMkLst>
        <pc:spChg chg="mod">
          <ac:chgData name="Matteo Yi" userId="b275dd5034d61192" providerId="Windows Live" clId="Web-{2ABC0FFD-E36F-4B4C-AC5B-FB5469B5B17D}" dt="2023-06-28T12:38:52.911" v="15" actId="20577"/>
          <ac:spMkLst>
            <pc:docMk/>
            <pc:sldMk cId="1773521292" sldId="280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48:07.917" v="110" actId="1076"/>
          <ac:picMkLst>
            <pc:docMk/>
            <pc:sldMk cId="1773521292" sldId="280"/>
            <ac:picMk id="2" creationId="{86729D32-4376-348F-C6DA-4151B8D28E79}"/>
          </ac:picMkLst>
        </pc:picChg>
      </pc:sldChg>
      <pc:sldChg chg="addSp modSp add replId">
        <pc:chgData name="Matteo Yi" userId="b275dd5034d61192" providerId="Windows Live" clId="Web-{2ABC0FFD-E36F-4B4C-AC5B-FB5469B5B17D}" dt="2023-06-28T13:52:38.063" v="114" actId="1076"/>
        <pc:sldMkLst>
          <pc:docMk/>
          <pc:sldMk cId="992995444" sldId="281"/>
        </pc:sldMkLst>
        <pc:spChg chg="mod">
          <ac:chgData name="Matteo Yi" userId="b275dd5034d61192" providerId="Windows Live" clId="Web-{2ABC0FFD-E36F-4B4C-AC5B-FB5469B5B17D}" dt="2023-06-28T12:39:57.143" v="31" actId="20577"/>
          <ac:spMkLst>
            <pc:docMk/>
            <pc:sldMk cId="992995444" sldId="281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52:38.063" v="114" actId="1076"/>
          <ac:picMkLst>
            <pc:docMk/>
            <pc:sldMk cId="992995444" sldId="281"/>
            <ac:picMk id="2" creationId="{F48B62D5-4A40-5D1D-03C1-AAAD72BCCE28}"/>
          </ac:picMkLst>
        </pc:picChg>
      </pc:sldChg>
      <pc:sldChg chg="addSp modSp add replId">
        <pc:chgData name="Matteo Yi" userId="b275dd5034d61192" providerId="Windows Live" clId="Web-{2ABC0FFD-E36F-4B4C-AC5B-FB5469B5B17D}" dt="2023-06-28T13:57:22.336" v="118" actId="1076"/>
        <pc:sldMkLst>
          <pc:docMk/>
          <pc:sldMk cId="1438409786" sldId="282"/>
        </pc:sldMkLst>
        <pc:spChg chg="mod">
          <ac:chgData name="Matteo Yi" userId="b275dd5034d61192" providerId="Windows Live" clId="Web-{2ABC0FFD-E36F-4B4C-AC5B-FB5469B5B17D}" dt="2023-06-28T12:40:42.706" v="36" actId="20577"/>
          <ac:spMkLst>
            <pc:docMk/>
            <pc:sldMk cId="1438409786" sldId="282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57:22.336" v="118" actId="1076"/>
          <ac:picMkLst>
            <pc:docMk/>
            <pc:sldMk cId="1438409786" sldId="282"/>
            <ac:picMk id="2" creationId="{104014B3-E869-4662-F600-669D21555041}"/>
          </ac:picMkLst>
        </pc:picChg>
      </pc:sldChg>
      <pc:sldChg chg="addSp modSp add replId">
        <pc:chgData name="Matteo Yi" userId="b275dd5034d61192" providerId="Windows Live" clId="Web-{2ABC0FFD-E36F-4B4C-AC5B-FB5469B5B17D}" dt="2023-06-28T13:20:51.178" v="91" actId="1076"/>
        <pc:sldMkLst>
          <pc:docMk/>
          <pc:sldMk cId="2033504842" sldId="283"/>
        </pc:sldMkLst>
        <pc:spChg chg="mod">
          <ac:chgData name="Matteo Yi" userId="b275dd5034d61192" providerId="Windows Live" clId="Web-{2ABC0FFD-E36F-4B4C-AC5B-FB5469B5B17D}" dt="2023-06-28T12:41:04.019" v="52" actId="20577"/>
          <ac:spMkLst>
            <pc:docMk/>
            <pc:sldMk cId="2033504842" sldId="283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20:51.178" v="91" actId="1076"/>
          <ac:picMkLst>
            <pc:docMk/>
            <pc:sldMk cId="2033504842" sldId="283"/>
            <ac:picMk id="2" creationId="{3DC4F6B9-D335-75FD-9EDC-32BF2EED5F94}"/>
          </ac:picMkLst>
        </pc:picChg>
      </pc:sldChg>
      <pc:sldChg chg="addSp modSp add replId">
        <pc:chgData name="Matteo Yi" userId="b275dd5034d61192" providerId="Windows Live" clId="Web-{2ABC0FFD-E36F-4B4C-AC5B-FB5469B5B17D}" dt="2023-06-28T13:31:03.398" v="96" actId="1076"/>
        <pc:sldMkLst>
          <pc:docMk/>
          <pc:sldMk cId="1684175508" sldId="284"/>
        </pc:sldMkLst>
        <pc:spChg chg="mod">
          <ac:chgData name="Matteo Yi" userId="b275dd5034d61192" providerId="Windows Live" clId="Web-{2ABC0FFD-E36F-4B4C-AC5B-FB5469B5B17D}" dt="2023-06-28T12:41:20.066" v="60" actId="20577"/>
          <ac:spMkLst>
            <pc:docMk/>
            <pc:sldMk cId="1684175508" sldId="284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31:03.398" v="96" actId="1076"/>
          <ac:picMkLst>
            <pc:docMk/>
            <pc:sldMk cId="1684175508" sldId="284"/>
            <ac:picMk id="2" creationId="{7AD887F8-01F1-888C-D934-903E4C1E4DA4}"/>
          </ac:picMkLst>
        </pc:picChg>
      </pc:sldChg>
      <pc:sldChg chg="addSp modSp add replId">
        <pc:chgData name="Matteo Yi" userId="b275dd5034d61192" providerId="Windows Live" clId="Web-{2ABC0FFD-E36F-4B4C-AC5B-FB5469B5B17D}" dt="2023-06-28T13:38:13.385" v="100" actId="1076"/>
        <pc:sldMkLst>
          <pc:docMk/>
          <pc:sldMk cId="4044435666" sldId="285"/>
        </pc:sldMkLst>
        <pc:spChg chg="mod">
          <ac:chgData name="Matteo Yi" userId="b275dd5034d61192" providerId="Windows Live" clId="Web-{2ABC0FFD-E36F-4B4C-AC5B-FB5469B5B17D}" dt="2023-06-28T12:41:30.114" v="65" actId="20577"/>
          <ac:spMkLst>
            <pc:docMk/>
            <pc:sldMk cId="4044435666" sldId="285"/>
            <ac:spMk id="4" creationId="{995035FB-69C5-B278-09D6-159257064A20}"/>
          </ac:spMkLst>
        </pc:spChg>
        <pc:picChg chg="add mod">
          <ac:chgData name="Matteo Yi" userId="b275dd5034d61192" providerId="Windows Live" clId="Web-{2ABC0FFD-E36F-4B4C-AC5B-FB5469B5B17D}" dt="2023-06-28T13:38:13.385" v="100" actId="1076"/>
          <ac:picMkLst>
            <pc:docMk/>
            <pc:sldMk cId="4044435666" sldId="285"/>
            <ac:picMk id="2" creationId="{4DDC79B2-BD91-71FF-E909-6FAF83E52444}"/>
          </ac:picMkLst>
        </pc:picChg>
      </pc:sldChg>
      <pc:sldChg chg="modSp add ord replId">
        <pc:chgData name="Matteo Yi" userId="b275dd5034d61192" providerId="Windows Live" clId="Web-{2ABC0FFD-E36F-4B4C-AC5B-FB5469B5B17D}" dt="2023-06-28T13:39:19.672" v="102" actId="20577"/>
        <pc:sldMkLst>
          <pc:docMk/>
          <pc:sldMk cId="2959776863" sldId="286"/>
        </pc:sldMkLst>
        <pc:spChg chg="mod">
          <ac:chgData name="Matteo Yi" userId="b275dd5034d61192" providerId="Windows Live" clId="Web-{2ABC0FFD-E36F-4B4C-AC5B-FB5469B5B17D}" dt="2023-06-28T13:39:19.672" v="102" actId="20577"/>
          <ac:spMkLst>
            <pc:docMk/>
            <pc:sldMk cId="2959776863" sldId="286"/>
            <ac:spMk id="4" creationId="{995035FB-69C5-B278-09D6-159257064A20}"/>
          </ac:spMkLst>
        </pc:spChg>
      </pc:sldChg>
      <pc:sldChg chg="del">
        <pc:chgData name="Matteo Yi" userId="b275dd5034d61192" providerId="Windows Live" clId="Web-{2ABC0FFD-E36F-4B4C-AC5B-FB5469B5B17D}" dt="2023-06-28T13:39:12.406" v="101"/>
        <pc:sldMkLst>
          <pc:docMk/>
          <pc:sldMk cId="3759176856" sldId="287"/>
        </pc:sldMkLst>
      </pc:sldChg>
    </pc:docChg>
  </pc:docChgLst>
  <pc:docChgLst>
    <pc:chgData name="cai ximeng" userId="5bf5a313a20e58d1" providerId="Windows Live" clId="Web-{7158D692-307A-4C8E-8F14-1E2814C8BF1E}"/>
    <pc:docChg chg="addSld delSld modSld">
      <pc:chgData name="cai ximeng" userId="5bf5a313a20e58d1" providerId="Windows Live" clId="Web-{7158D692-307A-4C8E-8F14-1E2814C8BF1E}" dt="2023-06-30T20:30:50.929" v="17"/>
      <pc:docMkLst>
        <pc:docMk/>
      </pc:docMkLst>
      <pc:sldChg chg="modSp">
        <pc:chgData name="cai ximeng" userId="5bf5a313a20e58d1" providerId="Windows Live" clId="Web-{7158D692-307A-4C8E-8F14-1E2814C8BF1E}" dt="2023-06-30T20:30:27.006" v="15" actId="20577"/>
        <pc:sldMkLst>
          <pc:docMk/>
          <pc:sldMk cId="3486734524" sldId="276"/>
        </pc:sldMkLst>
        <pc:spChg chg="mod">
          <ac:chgData name="cai ximeng" userId="5bf5a313a20e58d1" providerId="Windows Live" clId="Web-{7158D692-307A-4C8E-8F14-1E2814C8BF1E}" dt="2023-06-30T20:30:27.006" v="15" actId="20577"/>
          <ac:spMkLst>
            <pc:docMk/>
            <pc:sldMk cId="3486734524" sldId="276"/>
            <ac:spMk id="12" creationId="{7D8AC58B-F8B4-1BCD-FF59-CEDC42FD1CFD}"/>
          </ac:spMkLst>
        </pc:spChg>
      </pc:sldChg>
      <pc:sldChg chg="del">
        <pc:chgData name="cai ximeng" userId="5bf5a313a20e58d1" providerId="Windows Live" clId="Web-{7158D692-307A-4C8E-8F14-1E2814C8BF1E}" dt="2023-06-30T20:30:50.929" v="17"/>
        <pc:sldMkLst>
          <pc:docMk/>
          <pc:sldMk cId="3263859631" sldId="277"/>
        </pc:sldMkLst>
      </pc:sldChg>
      <pc:sldChg chg="add">
        <pc:chgData name="cai ximeng" userId="5bf5a313a20e58d1" providerId="Windows Live" clId="Web-{7158D692-307A-4C8E-8F14-1E2814C8BF1E}" dt="2023-06-30T20:30:46.366" v="16"/>
        <pc:sldMkLst>
          <pc:docMk/>
          <pc:sldMk cId="3727073622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8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5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7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9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5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9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9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9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9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9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7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04440" y="2087357"/>
            <a:ext cx="7323478" cy="1469543"/>
          </a:xfrm>
        </p:spPr>
        <p:txBody>
          <a:bodyPr anchor="b">
            <a:normAutofit fontScale="92500"/>
          </a:bodyPr>
          <a:lstStyle/>
          <a:p>
            <a:r>
              <a:rPr lang="en-US" altLang="zh-CN" sz="7200" b="0">
                <a:solidFill>
                  <a:srgbClr val="B4A078"/>
                </a:solidFill>
                <a:latin typeface="Arial Black"/>
                <a:ea typeface="+mn-lt"/>
              </a:rPr>
              <a:t>ASTE ONLINE</a:t>
            </a:r>
            <a:endParaRPr lang="zh-CN">
              <a:solidFill>
                <a:srgbClr val="B4A078"/>
              </a:solidFill>
              <a:ea typeface="DengXian"/>
            </a:endParaRPr>
          </a:p>
        </p:txBody>
      </p: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9882" y="0"/>
            <a:ext cx="4318598" cy="13371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1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87595" y="0"/>
            <a:ext cx="1466711" cy="685800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13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482080" y="4171575"/>
            <a:ext cx="5739800" cy="2686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15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296432" y="1116305"/>
            <a:ext cx="1895568" cy="57416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17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78150" y="4219"/>
            <a:ext cx="3227294" cy="30814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19">
            <a:extLst>
              <a:ext uri="{FF2B5EF4-FFF2-40B4-BE49-F238E27FC236}">
                <a16:creationId xmlns:a16="http://schemas.microsoft.com/office/drawing/2014/main" id="{6BD75F78-4912-4FB5-834D-1817BF0A2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56" y="4619"/>
            <a:ext cx="2771388" cy="77388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21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29880" y="5342966"/>
            <a:ext cx="8964704" cy="15150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861FF41-390F-3492-BC06-ECFCA4FCCFCC}"/>
              </a:ext>
            </a:extLst>
          </p:cNvPr>
          <p:cNvSpPr txBox="1"/>
          <p:nvPr/>
        </p:nvSpPr>
        <p:spPr>
          <a:xfrm>
            <a:off x="2003778" y="3697111"/>
            <a:ext cx="8067791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Project  TIW  2023   no.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66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 (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JavaScript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 version)</a:t>
            </a:r>
            <a:endParaRPr lang="zh-CN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  <a:p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S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i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cs typeface="Times New Roman"/>
              </a:rPr>
              <a:t>mo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a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 cai   matricola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: 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9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5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934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7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   c.p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: 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1075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2734</a:t>
            </a:r>
            <a:endParaRPr lang="zh-CN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  <a:p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Jiaxiang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yi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   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matricola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: 959083  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c.p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: 10765316</a:t>
            </a:r>
          </a:p>
          <a:p>
            <a:endParaRPr lang="zh-CN" altLang="en-US">
              <a:ea typeface="DengXi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C0C7C5-7B4D-ECDE-D1BC-7969440B6009}"/>
              </a:ext>
            </a:extLst>
          </p:cNvPr>
          <p:cNvSpPr txBox="1"/>
          <p:nvPr/>
        </p:nvSpPr>
        <p:spPr>
          <a:xfrm>
            <a:off x="1429926" y="3433703"/>
            <a:ext cx="94694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altLang="zh-CN" sz="1400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509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Un’applicazione web consente la gestione di 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aste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 online. Gli 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utenti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 accedono tramite login e possono vendere e acquistare all’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asta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.</a:t>
            </a:r>
            <a:endParaRPr lang="it-IT" altLang="zh-CN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it-IT" sz="1400">
                <a:solidFill>
                  <a:srgbClr val="333333"/>
                </a:solidFill>
                <a:latin typeface="Times New Roman"/>
                <a:ea typeface="Calibri"/>
                <a:cs typeface="Calibri"/>
              </a:rPr>
              <a:t>La HOME page contiene due link, uno per accedere alla pagina VENDO e uno per accedere alla pagina ACQUISTO. </a:t>
            </a:r>
            <a:endParaRPr lang="it-IT" altLang="zh-CN" sz="1400">
              <a:solidFill>
                <a:srgbClr val="333333"/>
              </a:solidFill>
              <a:latin typeface="Times New Roman"/>
              <a:cs typeface="Calibri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La pagina VENDO mostra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 una lista delle aste create dall’utente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non ancora chiuse, una lista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da lui create e chiuse e due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form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una per creare un nuovo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una per creare una nuova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per vendere 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Un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ha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codice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descrizione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immagine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prezzo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Un’asta comprende uno o più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messi in vendita,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iniziale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dell’insieme di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rialzo minimo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di ogni offerta (espresso come un numero intero di euro) e una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scadenza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(data e ora, es. 19-04-2021 alle 24:00).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iniziale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ottenuto come somma del prezzo degli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compresi nell’offerta.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Lo stesso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articolo può essere incluso in aste diverse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da solo o con altri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 Una volta venduto, un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non deve essere più disponibile per l’inserimento in ulteriori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4181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La lista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ordinata per data + ora crescente.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L’elenco riporta: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codice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compresi nell’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offerta massima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tempo mancante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(numero di giorni e ore) tra il momento (data ora) del login e la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data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di chiusura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Cliccando su un’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compare una pagina DETTAGLIO ASTA che riporta per un’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aperta tutti i dati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la lista delle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 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offerto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data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dell’offerta) ordinata per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data+ora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decrescente.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Un bottone CHIUDI permette all’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utente di chiudere l’asta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se è giunta l’ora della scadenza (si ignori il caso di aste scadute ma non chiuse dall’utente).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Se 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chiusa, la pagina riporta tutti i dati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 dell’aggiudicatario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prezzo finale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l’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indirizzo (fisso) di spedizione dell’utente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  </a:t>
            </a: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939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La pagina ACQUISTO contiene una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form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di ricerca per parola chiave. Quando l’acquirente invia una parola chiave  la pagina ACQUISTO è aggiornata e mostra un elenco di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aperte (la cui scadenza è posteriore alla data e ora dell’invio) per cui la parola chiave compare nel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 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o nella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descrizione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di almeno uno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 La lista è ordinata in modo decrescente in base al tempo (numero di giorni e  ore) mancante alla chiusura.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Cliccando su un’asta aperta compare la pagina OFFERTA che mostra i dati degli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l’elenco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pervenute in ordine di data + ora decrescente e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Times New Roman"/>
              </a:rPr>
              <a:t>un campo di input per inserire la propria offerta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che deve essere superiore all’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offerta massima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corrente di un importo pari almeno al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 rialzo minimo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Dopo l’invio dell’offerta la pagina OFFERTA mostra l’elenco delle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offerte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aggiornate. La pagina ACQUISTO contiene anche un elenco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aggiudicate all’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con i dati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e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prezzo finale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endParaRPr lang="it-IT" sz="14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3177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contiene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dettagli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nti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inclusi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loro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personali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spedizione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A</a:t>
            </a:r>
            <a:r>
              <a:rPr lang="en-US" sz="1600" err="1">
                <a:latin typeface="Times New Roman"/>
                <a:ea typeface="+mn-lt"/>
                <a:cs typeface="+mn-lt"/>
              </a:rPr>
              <a:t>r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icoli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memorizza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sugli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disponibili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pe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r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vend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sz="1600" err="1">
                <a:latin typeface="Times New Roman"/>
                <a:ea typeface="+mn-lt"/>
                <a:cs typeface="+mn-lt"/>
              </a:rPr>
              <a:t>ta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it-IT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b</a:t>
            </a:r>
            <a:r>
              <a:rPr lang="en-US" sz="1600" err="1">
                <a:latin typeface="Times New Roman"/>
                <a:ea typeface="+mn-lt"/>
                <a:cs typeface="+mn-lt"/>
              </a:rPr>
              <a:t>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"Aste"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tiene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traccia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delle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create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ute</a:t>
            </a:r>
            <a:r>
              <a:rPr lang="en-US" sz="1600" err="1">
                <a:latin typeface="Times New Roman"/>
                <a:ea typeface="+mn-lt"/>
                <a:cs typeface="+mn-lt"/>
              </a:rPr>
              <a:t>nti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con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r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elati</a:t>
            </a:r>
            <a:r>
              <a:rPr lang="en-US" sz="1600">
                <a:latin typeface="Times New Roman"/>
                <a:ea typeface="+mn-lt"/>
                <a:cs typeface="+mn-lt"/>
              </a:rPr>
              <a:t>ve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come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p</a:t>
            </a:r>
            <a:r>
              <a:rPr lang="en-US" sz="1600" err="1">
                <a:latin typeface="Times New Roman"/>
                <a:ea typeface="+mn-lt"/>
                <a:cs typeface="+mn-lt"/>
              </a:rPr>
              <a:t>rezzo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iniziale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rialzo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minimo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scadenza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Articoli_Aste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rappresenta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relazione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molti</a:t>
            </a:r>
            <a:r>
              <a:rPr lang="en-US" sz="1600">
                <a:latin typeface="Times New Roman"/>
                <a:ea typeface="+mn-lt"/>
                <a:cs typeface="+mn-lt"/>
              </a:rPr>
              <a:t>-a-</a:t>
            </a:r>
            <a:r>
              <a:rPr lang="en-US" sz="1600" err="1">
                <a:latin typeface="Times New Roman"/>
                <a:ea typeface="+mn-lt"/>
                <a:cs typeface="+mn-lt"/>
              </a:rPr>
              <a:t>molti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consentendo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associare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più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un'asta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specifica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registra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fatte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utenti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per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specifiche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con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il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prezzo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data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dell'offerta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3122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222125" y="631625"/>
            <a:ext cx="2671482" cy="5602275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DESIGN</a:t>
            </a:r>
            <a:endParaRPr lang="zh-CN"/>
          </a:p>
        </p:txBody>
      </p:sp>
      <p:pic>
        <p:nvPicPr>
          <p:cNvPr id="3" name="图片 4" descr="图示&#10;&#10;已自动生成说明">
            <a:extLst>
              <a:ext uri="{FF2B5EF4-FFF2-40B4-BE49-F238E27FC236}">
                <a16:creationId xmlns:a16="http://schemas.microsoft.com/office/drawing/2014/main" id="{BFCA8EA7-507D-6BE7-8167-6540A474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94" y="640162"/>
            <a:ext cx="8928846" cy="55687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93C79B-61AB-DA5B-D5DC-5C6D64B08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457" y="4090308"/>
            <a:ext cx="372836" cy="2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1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63" y="1962517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CREATE TABLE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s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e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ser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AUTO_INCRE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M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ENT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us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rna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m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pa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ssword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ddr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ss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NU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PR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IM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AR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ser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>
              <a:ea typeface="+mn-lt"/>
              <a:cs typeface="+mn-lt"/>
            </a:endParaRPr>
          </a:p>
          <a:p>
            <a:pPr>
              <a:buNone/>
            </a:pPr>
            <a:r>
              <a:rPr lang="en-US" altLang="zh-CN" sz="1200">
                <a:solidFill>
                  <a:srgbClr val="CF8E6D"/>
                </a:solidFill>
                <a:ea typeface="DengXian"/>
              </a:rPr>
              <a:t>CREATE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TABLE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56A8F5"/>
                </a:solidFill>
                <a:ea typeface="DengXian"/>
              </a:rPr>
              <a:t>item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item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NULL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AUT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O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_INCREM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NT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Na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m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e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varchar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45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des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c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rip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ion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t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xt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itemP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rice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DengXian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sSold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 err="1">
                <a:solidFill>
                  <a:srgbClr val="CF8E6D"/>
                </a:solidFill>
                <a:ea typeface="+mn-lt"/>
              </a:rPr>
              <a:t>tiny</a:t>
            </a:r>
            <a:r>
              <a:rPr lang="en-US" altLang="zh-CN" sz="1200" err="1">
                <a:solidFill>
                  <a:srgbClr val="CF8E6D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CF8E6D"/>
                </a:solidFill>
                <a:ea typeface="+mn-lt"/>
              </a:rPr>
              <a:t>n</a:t>
            </a:r>
            <a:r>
              <a:rPr lang="en-US" altLang="zh-CN" sz="1200" err="1">
                <a:solidFill>
                  <a:srgbClr val="CF8E6D"/>
                </a:solidFill>
                <a:ea typeface="DengXian"/>
              </a:rPr>
              <a:t>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DengXian"/>
              </a:rPr>
              <a:t>1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magePa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h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varchar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255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cre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at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orID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PRI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MARY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K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Y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userID_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x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crea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or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CONSTRAINT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e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FOREIGN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c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re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a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tor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REFERENCES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ser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ser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DELETE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CASCADE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UPDATE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CASCADE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endParaRPr lang="zh-CN"/>
          </a:p>
          <a:p>
            <a:pPr>
              <a:buNone/>
            </a:pPr>
            <a:endParaRPr lang="zh-CN" sz="12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64790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3645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717924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endParaRPr lang="zh-CN" sz="1200">
              <a:solidFill>
                <a:srgbClr val="BCBEC4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CREATE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TABLE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56A8F5"/>
                </a:solidFill>
                <a:ea typeface="+mn-lt"/>
                <a:cs typeface="+mn-lt"/>
              </a:rPr>
              <a:t>offer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AUTO_INCREMENT,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offerPrice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offerDayTime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datetime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PRIMARY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offer_ibfk_1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user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CASCADE,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offer_ibfk_2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auction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CASCADE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>
              <a:solidFill>
                <a:srgbClr val="BCBEC4"/>
              </a:solidFill>
              <a:ea typeface="+mn-lt"/>
              <a:cs typeface="+mn-lt"/>
            </a:endParaRPr>
          </a:p>
          <a:p>
            <a:pPr>
              <a:buNone/>
            </a:pPr>
            <a:endParaRPr lang="en-US" altLang="zh-CN" sz="1200">
              <a:solidFill>
                <a:srgbClr val="6AAB73"/>
              </a:solidFill>
              <a:ea typeface="DengXian"/>
            </a:endParaRPr>
          </a:p>
          <a:p>
            <a:pPr>
              <a:buNone/>
            </a:pPr>
            <a:endParaRPr lang="zh-CN" sz="12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38960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9974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63" y="1962517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CREATE TABLE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auc_item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PRIMARY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`,`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KEY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CONSTRAINT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auc_item_ibfk_1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FOREIGN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REFERENCES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ON DELETE CASCADE ON UPDATE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CASCADE,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CONSTRAINT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auc_item_ibfk_2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FOREIGN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REFERENCES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auction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ON DELETE CASCADE ON UPDATE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CASCADE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 sz="1200">
              <a:ea typeface="DengXian"/>
            </a:endParaRPr>
          </a:p>
          <a:p>
            <a:pPr>
              <a:buNone/>
            </a:pP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CREATE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TABLE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auction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AUTO_INCREMENT,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aucPrice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minUP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expiryDateTime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datetime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isClosed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 err="1">
                <a:solidFill>
                  <a:srgbClr val="CF8E6D"/>
                </a:solidFill>
                <a:ea typeface="+mn-lt"/>
                <a:cs typeface="+mn-lt"/>
              </a:rPr>
              <a:t>tinyint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PRIMARY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auction_ibfk_1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user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CASCADE</a:t>
            </a:r>
            <a:br>
              <a:rPr lang="zh-CN" altLang="en-US" sz="1200"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 altLang="en-US" sz="1200"/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8819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52646"/>
          </a:xfrm>
        </p:spPr>
        <p:txBody>
          <a:bodyPr lIns="109728" tIns="109728" rIns="109728" bIns="91440" anchor="t"/>
          <a:lstStyle/>
          <a:p>
            <a:r>
              <a:rPr lang="en-US" sz="1400" b="1" err="1">
                <a:latin typeface="Times New Roman"/>
                <a:ea typeface="+mn-lt"/>
                <a:cs typeface="+mn-lt"/>
              </a:rPr>
              <a:t>Requisiti</a:t>
            </a:r>
            <a:r>
              <a:rPr lang="en-US" sz="1400" b="1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latin typeface="Times New Roman"/>
                <a:ea typeface="+mn-lt"/>
                <a:cs typeface="+mn-lt"/>
              </a:rPr>
              <a:t>funzionali</a:t>
            </a:r>
            <a:r>
              <a:rPr lang="en-US" sz="1400">
                <a:latin typeface="Times New Roman"/>
                <a:ea typeface="+mn-lt"/>
                <a:cs typeface="+mn-lt"/>
              </a:rPr>
              <a:t>:</a:t>
            </a:r>
            <a:endParaRPr lang="en-US" altLang="zh-CN" sz="1400">
              <a:solidFill>
                <a:srgbClr val="333333"/>
              </a:solidFill>
              <a:latin typeface="Times New Roman"/>
              <a:ea typeface="+mn-lt"/>
              <a:cs typeface="+mn-lt"/>
            </a:endParaRP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Registrazione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dell'utente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consentire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registrarsi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fornendo</a:t>
            </a:r>
            <a:r>
              <a:rPr lang="en-US" sz="1200">
                <a:latin typeface="Times New Roman"/>
                <a:ea typeface="+mn-lt"/>
                <a:cs typeface="+mn-lt"/>
              </a:rPr>
              <a:t> un </a:t>
            </a:r>
            <a:r>
              <a:rPr lang="en-US" sz="12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password e un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indirizzo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spedizione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  <a:endParaRPr lang="en-US" sz="1200">
              <a:latin typeface="Times New Roman"/>
              <a:cs typeface="Times New Roman"/>
            </a:endParaRPr>
          </a:p>
          <a:p>
            <a:pPr lvl="1">
              <a:lnSpc>
                <a:spcPct val="110000"/>
              </a:lnSpc>
            </a:pPr>
            <a:r>
              <a:rPr lang="en-US" sz="1200">
                <a:latin typeface="Times New Roman"/>
                <a:ea typeface="+mn-lt"/>
                <a:cs typeface="+mn-lt"/>
              </a:rPr>
              <a:t>Accesso </a:t>
            </a:r>
            <a:r>
              <a:rPr lang="en-US" sz="1200" err="1">
                <a:latin typeface="Times New Roman"/>
                <a:ea typeface="+mn-lt"/>
                <a:cs typeface="+mn-lt"/>
              </a:rPr>
              <a:t>all'applicazione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accedere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all'applicazione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200">
                <a:latin typeface="Times New Roman"/>
                <a:ea typeface="+mn-lt"/>
                <a:cs typeface="+mn-lt"/>
              </a:rPr>
              <a:t> 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proprie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credenziali</a:t>
            </a:r>
            <a:r>
              <a:rPr lang="en-US" sz="1200">
                <a:latin typeface="Times New Roman"/>
                <a:ea typeface="+mn-lt"/>
                <a:cs typeface="+mn-lt"/>
              </a:rPr>
              <a:t> di accesso.</a:t>
            </a:r>
            <a:endParaRPr lang="en-US" sz="1200">
              <a:latin typeface="Times New Roman"/>
              <a:cs typeface="Times New Roman"/>
            </a:endParaRP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Visualizzazione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pagine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mostrare</a:t>
            </a:r>
            <a:r>
              <a:rPr lang="en-US" sz="1200">
                <a:latin typeface="Times New Roman"/>
                <a:ea typeface="+mn-lt"/>
                <a:cs typeface="+mn-lt"/>
              </a:rPr>
              <a:t> 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pagine</a:t>
            </a:r>
            <a:r>
              <a:rPr lang="en-US" sz="1200">
                <a:latin typeface="Times New Roman"/>
                <a:ea typeface="+mn-lt"/>
                <a:cs typeface="+mn-lt"/>
              </a:rPr>
              <a:t> VENDO e ACQUISTO in base </a:t>
            </a:r>
            <a:r>
              <a:rPr lang="en-US" sz="1200" err="1">
                <a:latin typeface="Times New Roman"/>
                <a:ea typeface="+mn-lt"/>
                <a:cs typeface="+mn-lt"/>
              </a:rPr>
              <a:t>all'ultima</a:t>
            </a:r>
            <a:r>
              <a:rPr lang="en-US" sz="1200">
                <a:latin typeface="Times New Roman"/>
                <a:ea typeface="+mn-lt"/>
                <a:cs typeface="+mn-lt"/>
              </a:rPr>
              <a:t> azione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dell'utente</a:t>
            </a:r>
            <a:r>
              <a:rPr lang="en-US" sz="1200">
                <a:latin typeface="Times New Roman"/>
                <a:ea typeface="+mn-lt"/>
                <a:cs typeface="+mn-lt"/>
              </a:rPr>
              <a:t> o </a:t>
            </a:r>
            <a:r>
              <a:rPr lang="en-US" sz="12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sua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cronologia</a:t>
            </a:r>
            <a:r>
              <a:rPr lang="en-US" sz="1200">
                <a:latin typeface="Times New Roman"/>
                <a:ea typeface="+mn-lt"/>
                <a:cs typeface="+mn-lt"/>
              </a:rPr>
              <a:t> di accesso.</a:t>
            </a: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Creazione</a:t>
            </a:r>
            <a:r>
              <a:rPr lang="en-US" sz="1200">
                <a:latin typeface="Times New Roman"/>
                <a:ea typeface="+mn-lt"/>
                <a:cs typeface="+mn-lt"/>
              </a:rPr>
              <a:t> di un nuovo </a:t>
            </a:r>
            <a:r>
              <a:rPr lang="en-US" sz="1200" err="1">
                <a:latin typeface="Times New Roman"/>
                <a:ea typeface="+mn-lt"/>
                <a:cs typeface="+mn-lt"/>
              </a:rPr>
              <a:t>articolo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creare</a:t>
            </a:r>
            <a:r>
              <a:rPr lang="en-US" sz="1200">
                <a:latin typeface="Times New Roman"/>
                <a:ea typeface="+mn-lt"/>
                <a:cs typeface="+mn-lt"/>
              </a:rPr>
              <a:t> un nuovo </a:t>
            </a:r>
            <a:r>
              <a:rPr lang="en-US" sz="1200" err="1">
                <a:latin typeface="Times New Roman"/>
                <a:ea typeface="+mn-lt"/>
                <a:cs typeface="+mn-lt"/>
              </a:rPr>
              <a:t>articolo</a:t>
            </a:r>
            <a:r>
              <a:rPr lang="en-US" sz="1200">
                <a:latin typeface="Times New Roman"/>
                <a:ea typeface="+mn-lt"/>
                <a:cs typeface="+mn-lt"/>
              </a:rPr>
              <a:t> da </a:t>
            </a:r>
            <a:r>
              <a:rPr lang="en-US" sz="1200" err="1">
                <a:latin typeface="Times New Roman"/>
                <a:ea typeface="+mn-lt"/>
                <a:cs typeface="+mn-lt"/>
              </a:rPr>
              <a:t>vendere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fornendo</a:t>
            </a:r>
            <a:r>
              <a:rPr lang="en-US" sz="1200">
                <a:latin typeface="Times New Roman"/>
                <a:ea typeface="+mn-lt"/>
                <a:cs typeface="+mn-lt"/>
              </a:rPr>
              <a:t>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200">
                <a:latin typeface="Times New Roman"/>
                <a:ea typeface="+mn-lt"/>
                <a:cs typeface="+mn-lt"/>
              </a:rPr>
              <a:t>,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200">
                <a:latin typeface="Times New Roman"/>
                <a:ea typeface="+mn-lt"/>
                <a:cs typeface="+mn-lt"/>
              </a:rPr>
              <a:t>, la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descrizione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l'immagine</a:t>
            </a:r>
            <a:r>
              <a:rPr lang="en-US" sz="1200">
                <a:latin typeface="Times New Roman"/>
                <a:ea typeface="+mn-lt"/>
                <a:cs typeface="+mn-lt"/>
              </a:rPr>
              <a:t> e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Creazione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nuova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asta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creare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nuova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asta</a:t>
            </a:r>
            <a:r>
              <a:rPr lang="en-US" sz="1200">
                <a:latin typeface="Times New Roman"/>
                <a:ea typeface="+mn-lt"/>
                <a:cs typeface="+mn-lt"/>
              </a:rPr>
              <a:t> per </a:t>
            </a:r>
            <a:r>
              <a:rPr lang="en-US" sz="1200" err="1">
                <a:latin typeface="Times New Roman"/>
                <a:ea typeface="+mn-lt"/>
                <a:cs typeface="+mn-lt"/>
              </a:rPr>
              <a:t>vendere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selezionando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200">
                <a:latin typeface="Times New Roman"/>
                <a:ea typeface="+mn-lt"/>
                <a:cs typeface="+mn-lt"/>
              </a:rPr>
              <a:t> da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includere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nell'asta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specificando</a:t>
            </a:r>
            <a:r>
              <a:rPr lang="en-US" sz="1200">
                <a:latin typeface="Times New Roman"/>
                <a:ea typeface="+mn-lt"/>
                <a:cs typeface="+mn-lt"/>
              </a:rPr>
              <a:t>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iniziale</a:t>
            </a:r>
            <a:r>
              <a:rPr lang="en-US" sz="1200">
                <a:latin typeface="Times New Roman"/>
                <a:ea typeface="+mn-lt"/>
                <a:cs typeface="+mn-lt"/>
              </a:rPr>
              <a:t>,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rialzo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minimo</a:t>
            </a:r>
            <a:r>
              <a:rPr lang="en-US" sz="1200">
                <a:latin typeface="Times New Roman"/>
                <a:ea typeface="+mn-lt"/>
                <a:cs typeface="+mn-lt"/>
              </a:rPr>
              <a:t> e la </a:t>
            </a:r>
            <a:r>
              <a:rPr lang="en-US" sz="12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  <a:endParaRPr lang="en-US" sz="1200">
              <a:latin typeface="Times New Roman"/>
              <a:cs typeface="Times New Roman"/>
            </a:endParaRP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Ricerca</a:t>
            </a:r>
            <a:r>
              <a:rPr lang="en-US" sz="1200">
                <a:latin typeface="Times New Roman"/>
                <a:ea typeface="+mn-lt"/>
                <a:cs typeface="+mn-lt"/>
              </a:rPr>
              <a:t> per </a:t>
            </a:r>
            <a:r>
              <a:rPr lang="en-US" sz="1200" err="1">
                <a:latin typeface="Times New Roman"/>
                <a:ea typeface="+mn-lt"/>
                <a:cs typeface="+mn-lt"/>
              </a:rPr>
              <a:t>parola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acquirenti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cercare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parola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verrà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confrontata</a:t>
            </a:r>
            <a:r>
              <a:rPr lang="en-US" sz="1200">
                <a:latin typeface="Times New Roman"/>
                <a:ea typeface="+mn-lt"/>
                <a:cs typeface="+mn-lt"/>
              </a:rPr>
              <a:t> con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200">
                <a:latin typeface="Times New Roman"/>
                <a:ea typeface="+mn-lt"/>
                <a:cs typeface="+mn-lt"/>
              </a:rPr>
              <a:t> e la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descrizione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nell'asta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Visualizzazione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visualizzare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completi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compresi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stessa</a:t>
            </a:r>
            <a:r>
              <a:rPr lang="en-US" sz="1200">
                <a:latin typeface="Times New Roman"/>
                <a:ea typeface="+mn-lt"/>
                <a:cs typeface="+mn-lt"/>
              </a:rPr>
              <a:t> e la </a:t>
            </a:r>
            <a:r>
              <a:rPr lang="en-US" sz="12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ricevute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  <a:endParaRPr lang="en-US" sz="1200">
              <a:latin typeface="Times New Roman"/>
              <a:cs typeface="Times New Roman"/>
            </a:endParaRP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Invio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acquirenti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inviare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200">
                <a:latin typeface="Times New Roman"/>
                <a:ea typeface="+mn-lt"/>
                <a:cs typeface="+mn-lt"/>
              </a:rPr>
              <a:t> per 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assicurandosi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l'offerta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sia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superiore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all'offerta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massima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corrente</a:t>
            </a:r>
            <a:r>
              <a:rPr lang="en-US" sz="1200">
                <a:latin typeface="Times New Roman"/>
                <a:ea typeface="+mn-lt"/>
                <a:cs typeface="+mn-lt"/>
              </a:rPr>
              <a:t>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rispetti</a:t>
            </a:r>
            <a:r>
              <a:rPr lang="en-US" sz="1200">
                <a:latin typeface="Times New Roman"/>
                <a:ea typeface="+mn-lt"/>
                <a:cs typeface="+mn-lt"/>
              </a:rPr>
              <a:t>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rialzo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minimo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Chiusura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poter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chiudere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200">
                <a:latin typeface="Times New Roman"/>
                <a:ea typeface="+mn-lt"/>
                <a:cs typeface="+mn-lt"/>
              </a:rPr>
              <a:t> se è </a:t>
            </a:r>
            <a:r>
              <a:rPr lang="en-US" sz="1200" err="1">
                <a:latin typeface="Times New Roman"/>
                <a:ea typeface="+mn-lt"/>
                <a:cs typeface="+mn-lt"/>
              </a:rPr>
              <a:t>giunta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l'ora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determinando</a:t>
            </a:r>
            <a:r>
              <a:rPr lang="en-US" sz="1200">
                <a:latin typeface="Times New Roman"/>
                <a:ea typeface="+mn-lt"/>
                <a:cs typeface="+mn-lt"/>
              </a:rPr>
              <a:t>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vincitore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200">
                <a:latin typeface="Times New Roman"/>
                <a:ea typeface="+mn-lt"/>
                <a:cs typeface="+mn-lt"/>
              </a:rPr>
              <a:t>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visualizzando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chiusa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compreso</a:t>
            </a:r>
            <a:r>
              <a:rPr lang="en-US" sz="1200">
                <a:latin typeface="Times New Roman"/>
                <a:ea typeface="+mn-lt"/>
                <a:cs typeface="+mn-lt"/>
              </a:rPr>
              <a:t> il </a:t>
            </a:r>
            <a:r>
              <a:rPr lang="en-US" sz="12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200">
                <a:latin typeface="Times New Roman"/>
                <a:ea typeface="+mn-lt"/>
                <a:cs typeface="+mn-lt"/>
              </a:rPr>
              <a:t> finale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l'indirizzo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spedizione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dell'utente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aggiudicatario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+mn-lt"/>
              <a:cs typeface="+mn-lt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Times New Roman"/>
            </a:endParaRPr>
          </a:p>
          <a:p>
            <a:endParaRPr lang="it-IT" sz="14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Application requirements analysis</a:t>
            </a:r>
          </a:p>
        </p:txBody>
      </p:sp>
    </p:spTree>
    <p:extLst>
      <p:ext uri="{BB962C8B-B14F-4D97-AF65-F5344CB8AC3E}">
        <p14:creationId xmlns:p14="http://schemas.microsoft.com/office/powerpoint/2010/main" val="2375436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52646"/>
          </a:xfrm>
        </p:spPr>
        <p:txBody>
          <a:bodyPr lIns="109728" tIns="109728" rIns="109728" bIns="91440" anchor="t"/>
          <a:lstStyle/>
          <a:p>
            <a:pPr>
              <a:lnSpc>
                <a:spcPct val="110000"/>
              </a:lnSpc>
            </a:pPr>
            <a:r>
              <a:rPr lang="en-US" sz="1400" b="1" err="1">
                <a:latin typeface="Times New Roman"/>
                <a:ea typeface="+mn-lt"/>
                <a:cs typeface="+mn-lt"/>
              </a:rPr>
              <a:t>Requisiti</a:t>
            </a:r>
            <a:r>
              <a:rPr lang="en-US" sz="1400" b="1">
                <a:latin typeface="Times New Roman"/>
                <a:ea typeface="+mn-lt"/>
                <a:cs typeface="+mn-lt"/>
              </a:rPr>
              <a:t> non </a:t>
            </a:r>
            <a:r>
              <a:rPr lang="en-US" sz="1400" b="1" err="1">
                <a:latin typeface="Times New Roman"/>
                <a:ea typeface="+mn-lt"/>
                <a:cs typeface="+mn-lt"/>
              </a:rPr>
              <a:t>funzionali</a:t>
            </a:r>
            <a:r>
              <a:rPr lang="en-US" sz="1400">
                <a:latin typeface="Times New Roman"/>
                <a:ea typeface="+mn-lt"/>
                <a:cs typeface="+mn-lt"/>
              </a:rPr>
              <a:t>:</a:t>
            </a:r>
            <a:endParaRPr lang="en-US" altLang="zh-CN" sz="1400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Interfaccia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intuitiva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avere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un'interfaccia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200">
                <a:latin typeface="Times New Roman"/>
                <a:ea typeface="+mn-lt"/>
                <a:cs typeface="+mn-lt"/>
              </a:rPr>
              <a:t> facile da </a:t>
            </a:r>
            <a:r>
              <a:rPr lang="en-US" sz="1200" err="1">
                <a:latin typeface="Times New Roman"/>
                <a:ea typeface="+mn-lt"/>
                <a:cs typeface="+mn-lt"/>
              </a:rPr>
              <a:t>usare</a:t>
            </a:r>
            <a:r>
              <a:rPr lang="en-US" sz="1200">
                <a:latin typeface="Times New Roman"/>
                <a:ea typeface="+mn-lt"/>
                <a:cs typeface="+mn-lt"/>
              </a:rPr>
              <a:t>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intuitiva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che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permetta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navigare</a:t>
            </a:r>
            <a:r>
              <a:rPr lang="en-US" sz="1200">
                <a:latin typeface="Times New Roman"/>
                <a:ea typeface="+mn-lt"/>
                <a:cs typeface="+mn-lt"/>
              </a:rPr>
              <a:t> senza </a:t>
            </a:r>
            <a:r>
              <a:rPr lang="en-US" sz="1200" err="1">
                <a:latin typeface="Times New Roman"/>
                <a:ea typeface="+mn-lt"/>
                <a:cs typeface="+mn-lt"/>
              </a:rPr>
              <a:t>difficoltà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tra</a:t>
            </a:r>
            <a:r>
              <a:rPr lang="en-US" sz="1200">
                <a:latin typeface="Times New Roman"/>
                <a:ea typeface="+mn-lt"/>
                <a:cs typeface="+mn-lt"/>
              </a:rPr>
              <a:t> le diverse </a:t>
            </a:r>
            <a:r>
              <a:rPr lang="en-US" sz="1200" err="1">
                <a:latin typeface="Times New Roman"/>
                <a:ea typeface="+mn-lt"/>
                <a:cs typeface="+mn-lt"/>
              </a:rPr>
              <a:t>funzionalità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Prestazioni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efficienti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essere</a:t>
            </a:r>
            <a:r>
              <a:rPr lang="en-US" sz="1200">
                <a:latin typeface="Times New Roman"/>
                <a:ea typeface="+mn-lt"/>
                <a:cs typeface="+mn-lt"/>
              </a:rPr>
              <a:t> in </a:t>
            </a:r>
            <a:r>
              <a:rPr lang="en-US" sz="1200" err="1">
                <a:latin typeface="Times New Roman"/>
                <a:ea typeface="+mn-lt"/>
                <a:cs typeface="+mn-lt"/>
              </a:rPr>
              <a:t>grado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gestire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carichi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lavoro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elevati</a:t>
            </a:r>
            <a:r>
              <a:rPr lang="en-US" sz="1200">
                <a:latin typeface="Times New Roman"/>
                <a:ea typeface="+mn-lt"/>
                <a:cs typeface="+mn-lt"/>
              </a:rPr>
              <a:t>,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assicurando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risposta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rapida</a:t>
            </a:r>
            <a:r>
              <a:rPr lang="en-US" sz="1200">
                <a:latin typeface="Times New Roman"/>
                <a:ea typeface="+mn-lt"/>
                <a:cs typeface="+mn-lt"/>
              </a:rPr>
              <a:t> alle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richieste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Sicurezza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200">
                <a:latin typeface="Times New Roman"/>
                <a:ea typeface="+mn-lt"/>
                <a:cs typeface="+mn-lt"/>
              </a:rPr>
              <a:t>: 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, come le password,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devono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essere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adeguatamente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protette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meccanismi</a:t>
            </a:r>
            <a:r>
              <a:rPr lang="en-US" sz="1200">
                <a:latin typeface="Times New Roman"/>
                <a:ea typeface="+mn-lt"/>
                <a:cs typeface="+mn-lt"/>
              </a:rPr>
              <a:t> di hashing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crittografia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Memorizzazione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sessione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memorizzare</a:t>
            </a:r>
            <a:r>
              <a:rPr lang="en-US" sz="1200">
                <a:latin typeface="Times New Roman"/>
                <a:ea typeface="+mn-lt"/>
                <a:cs typeface="+mn-lt"/>
              </a:rPr>
              <a:t> 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dell'ultima</a:t>
            </a:r>
            <a:r>
              <a:rPr lang="en-US" sz="1200">
                <a:latin typeface="Times New Roman"/>
                <a:ea typeface="+mn-lt"/>
                <a:cs typeface="+mn-lt"/>
              </a:rPr>
              <a:t> azione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visitate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200">
                <a:latin typeface="Times New Roman"/>
                <a:ea typeface="+mn-lt"/>
                <a:cs typeface="+mn-lt"/>
              </a:rPr>
              <a:t> per un mese,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meccanismi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memorizzazione</a:t>
            </a:r>
            <a:r>
              <a:rPr lang="en-US" sz="1200">
                <a:latin typeface="Times New Roman"/>
                <a:ea typeface="+mn-lt"/>
                <a:cs typeface="+mn-lt"/>
              </a:rPr>
              <a:t> locale </a:t>
            </a:r>
            <a:r>
              <a:rPr lang="en-US" sz="1200" err="1">
                <a:latin typeface="Times New Roman"/>
                <a:ea typeface="+mn-lt"/>
                <a:cs typeface="+mn-lt"/>
              </a:rPr>
              <a:t>nel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lato</a:t>
            </a:r>
            <a:r>
              <a:rPr lang="en-US" sz="1200">
                <a:latin typeface="Times New Roman"/>
                <a:ea typeface="+mn-lt"/>
                <a:cs typeface="+mn-lt"/>
              </a:rPr>
              <a:t> client.</a:t>
            </a:r>
          </a:p>
          <a:p>
            <a:pPr lvl="1">
              <a:lnSpc>
                <a:spcPct val="150000"/>
              </a:lnSpc>
            </a:pPr>
            <a:r>
              <a:rPr lang="en-US" sz="1200" err="1">
                <a:latin typeface="Times New Roman"/>
                <a:ea typeface="+mn-lt"/>
                <a:cs typeface="+mn-lt"/>
              </a:rPr>
              <a:t>Scalabilità</a:t>
            </a:r>
            <a:r>
              <a:rPr lang="en-US" sz="1200">
                <a:latin typeface="Times New Roman"/>
                <a:ea typeface="+mn-lt"/>
                <a:cs typeface="+mn-lt"/>
              </a:rPr>
              <a:t>: </a:t>
            </a:r>
            <a:r>
              <a:rPr lang="en-US" sz="1200" err="1">
                <a:latin typeface="Times New Roman"/>
                <a:ea typeface="+mn-lt"/>
                <a:cs typeface="+mn-lt"/>
              </a:rPr>
              <a:t>L'architettura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dell'applicazione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deve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essere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scalabile</a:t>
            </a:r>
            <a:r>
              <a:rPr lang="en-US" sz="1200">
                <a:latin typeface="Times New Roman"/>
                <a:ea typeface="+mn-lt"/>
                <a:cs typeface="+mn-lt"/>
              </a:rPr>
              <a:t> per </a:t>
            </a:r>
            <a:r>
              <a:rPr lang="en-US" sz="1200" err="1">
                <a:latin typeface="Times New Roman"/>
                <a:ea typeface="+mn-lt"/>
                <a:cs typeface="+mn-lt"/>
              </a:rPr>
              <a:t>consentire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una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gestione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efficiente</a:t>
            </a:r>
            <a:r>
              <a:rPr lang="en-US" sz="1200">
                <a:latin typeface="Times New Roman"/>
                <a:ea typeface="+mn-lt"/>
                <a:cs typeface="+mn-lt"/>
              </a:rPr>
              <a:t> di un </a:t>
            </a:r>
            <a:r>
              <a:rPr lang="en-US" sz="1200" err="1">
                <a:latin typeface="Times New Roman"/>
                <a:ea typeface="+mn-lt"/>
                <a:cs typeface="+mn-lt"/>
              </a:rPr>
              <a:t>numero</a:t>
            </a:r>
            <a:r>
              <a:rPr lang="en-US" sz="1200">
                <a:latin typeface="Times New Roman"/>
                <a:ea typeface="+mn-lt"/>
                <a:cs typeface="+mn-lt"/>
              </a:rPr>
              <a:t> </a:t>
            </a:r>
            <a:r>
              <a:rPr lang="en-US" sz="1200" err="1">
                <a:latin typeface="Times New Roman"/>
                <a:ea typeface="+mn-lt"/>
                <a:cs typeface="+mn-lt"/>
              </a:rPr>
              <a:t>crescente</a:t>
            </a:r>
            <a:r>
              <a:rPr lang="en-US" sz="1200">
                <a:latin typeface="Times New Roman"/>
                <a:ea typeface="+mn-lt"/>
                <a:cs typeface="+mn-lt"/>
              </a:rPr>
              <a:t> di </a:t>
            </a:r>
            <a:r>
              <a:rPr lang="en-US" sz="12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200">
                <a:latin typeface="Times New Roman"/>
                <a:ea typeface="+mn-lt"/>
                <a:cs typeface="+mn-lt"/>
              </a:rPr>
              <a:t> e </a:t>
            </a:r>
            <a:r>
              <a:rPr lang="en-US" sz="12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+mn-lt"/>
              <a:cs typeface="+mn-lt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Times New Roman"/>
            </a:endParaRPr>
          </a:p>
          <a:p>
            <a:endParaRPr lang="it-IT" sz="14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Application requirements analysis</a:t>
            </a:r>
          </a:p>
        </p:txBody>
      </p:sp>
    </p:spTree>
    <p:extLst>
      <p:ext uri="{BB962C8B-B14F-4D97-AF65-F5344CB8AC3E}">
        <p14:creationId xmlns:p14="http://schemas.microsoft.com/office/powerpoint/2010/main" val="12679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52646"/>
          </a:xfrm>
        </p:spPr>
        <p:txBody>
          <a:bodyPr lIns="109728" tIns="109728" rIns="109728" bIns="91440" anchor="t"/>
          <a:lstStyle/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loginManagement</a:t>
            </a:r>
            <a:r>
              <a:rPr lang="en-US" sz="1400">
                <a:latin typeface="Times New Roman"/>
                <a:ea typeface="+mn-lt"/>
                <a:cs typeface="+mn-lt"/>
              </a:rPr>
              <a:t> JavaScript </a:t>
            </a:r>
            <a:r>
              <a:rPr lang="en-US" sz="1400" err="1">
                <a:latin typeface="Times New Roman"/>
                <a:ea typeface="+mn-lt"/>
                <a:cs typeface="+mn-lt"/>
              </a:rPr>
              <a:t>fornito</a:t>
            </a:r>
            <a:r>
              <a:rPr lang="en-US" sz="1400">
                <a:latin typeface="Times New Roman"/>
                <a:ea typeface="+mn-lt"/>
                <a:cs typeface="+mn-lt"/>
              </a:rPr>
              <a:t> è un modulo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dell'accesso</a:t>
            </a:r>
            <a:r>
              <a:rPr lang="en-US" sz="1400">
                <a:latin typeface="Times New Roman"/>
                <a:ea typeface="+mn-lt"/>
                <a:cs typeface="+mn-lt"/>
              </a:rPr>
              <a:t> (login) per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HTML.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racchiuso</a:t>
            </a:r>
            <a:r>
              <a:rPr lang="en-US" sz="1400">
                <a:latin typeface="Times New Roman"/>
                <a:ea typeface="+mn-lt"/>
                <a:cs typeface="+mn-lt"/>
              </a:rPr>
              <a:t> in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anonima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immediatamente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eseguita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Questo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avvolgimento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evita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variabili</a:t>
            </a:r>
            <a:r>
              <a:rPr lang="en-US" sz="1400">
                <a:latin typeface="Times New Roman"/>
                <a:ea typeface="+mn-lt"/>
                <a:cs typeface="+mn-lt"/>
              </a:rPr>
              <a:t> definite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del modulo </a:t>
            </a:r>
            <a:r>
              <a:rPr lang="en-US" sz="1400" err="1">
                <a:latin typeface="Times New Roman"/>
                <a:ea typeface="+mn-lt"/>
                <a:cs typeface="+mn-lt"/>
              </a:rPr>
              <a:t>finiscano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nello</a:t>
            </a:r>
            <a:r>
              <a:rPr lang="en-US" sz="1400">
                <a:latin typeface="Times New Roman"/>
                <a:ea typeface="+mn-lt"/>
                <a:cs typeface="+mn-lt"/>
              </a:rPr>
              <a:t> scope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globale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aggiunto</a:t>
            </a:r>
            <a:r>
              <a:rPr lang="en-US" sz="1400">
                <a:latin typeface="Times New Roman"/>
                <a:ea typeface="+mn-lt"/>
                <a:cs typeface="+mn-lt"/>
              </a:rPr>
              <a:t> un listener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l'evento</a:t>
            </a:r>
            <a:r>
              <a:rPr lang="en-US" sz="1400">
                <a:latin typeface="Times New Roman"/>
                <a:ea typeface="+mn-lt"/>
                <a:cs typeface="+mn-lt"/>
              </a:rPr>
              <a:t> click al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di accesso con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l'ID</a:t>
            </a:r>
            <a:r>
              <a:rPr lang="en-US" sz="1400">
                <a:latin typeface="Times New Roman"/>
                <a:ea typeface="+mn-lt"/>
                <a:cs typeface="+mn-lt"/>
              </a:rPr>
              <a:t> "login"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document.getElementById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("login").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addEventListener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('click', (e) =&gt; { ... })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Questo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significa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di callback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verrà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eseguito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l'utente</a:t>
            </a:r>
            <a:r>
              <a:rPr lang="en-US" sz="1400">
                <a:latin typeface="Times New Roman"/>
                <a:ea typeface="+mn-lt"/>
                <a:cs typeface="+mn-lt"/>
              </a:rPr>
              <a:t> fa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sul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di accesso.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di callback,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l'oggetto</a:t>
            </a:r>
            <a:r>
              <a:rPr lang="en-US" sz="1400">
                <a:latin typeface="Times New Roman"/>
                <a:ea typeface="+mn-lt"/>
                <a:cs typeface="+mn-lt"/>
              </a:rPr>
              <a:t> e (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evento</a:t>
            </a:r>
            <a:r>
              <a:rPr lang="en-US" sz="1400">
                <a:latin typeface="Times New Roman"/>
                <a:ea typeface="+mn-lt"/>
                <a:cs typeface="+mn-lt"/>
              </a:rPr>
              <a:t>)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ottenere</a:t>
            </a:r>
            <a:r>
              <a:rPr lang="en-US" sz="1400">
                <a:latin typeface="Times New Roman"/>
                <a:ea typeface="+mn-lt"/>
                <a:cs typeface="+mn-lt"/>
              </a:rPr>
              <a:t> il modulo di accesso (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var form =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e.target.closest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("form")</a:t>
            </a:r>
            <a:r>
              <a:rPr lang="en-US" sz="1400">
                <a:latin typeface="Times New Roman"/>
                <a:ea typeface="+mn-lt"/>
                <a:cs typeface="+mn-lt"/>
              </a:rPr>
              <a:t>)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metodo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closest()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Questo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consente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selezionare</a:t>
            </a:r>
            <a:r>
              <a:rPr lang="en-US" sz="1400">
                <a:latin typeface="Times New Roman"/>
                <a:ea typeface="+mn-lt"/>
                <a:cs typeface="+mn-lt"/>
              </a:rPr>
              <a:t> il modulo </a:t>
            </a:r>
            <a:r>
              <a:rPr lang="en-US" sz="1400" err="1">
                <a:latin typeface="Times New Roman"/>
                <a:ea typeface="+mn-lt"/>
                <a:cs typeface="+mn-lt"/>
              </a:rPr>
              <a:t>più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vicino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all'elemento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ha </a:t>
            </a:r>
            <a:r>
              <a:rPr lang="en-US" sz="1400" err="1">
                <a:latin typeface="Times New Roman"/>
                <a:ea typeface="+mn-lt"/>
                <a:cs typeface="+mn-lt"/>
              </a:rPr>
              <a:t>scatenato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l'evento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verificata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validità</a:t>
            </a:r>
            <a:r>
              <a:rPr lang="en-US" sz="1400">
                <a:latin typeface="Times New Roman"/>
                <a:ea typeface="+mn-lt"/>
                <a:cs typeface="+mn-lt"/>
              </a:rPr>
              <a:t> del modulo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if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form.checkValidity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())</a:t>
            </a:r>
            <a:r>
              <a:rPr lang="en-US" sz="1400">
                <a:latin typeface="Times New Roman"/>
                <a:ea typeface="+mn-lt"/>
                <a:cs typeface="+mn-lt"/>
              </a:rPr>
              <a:t>. Se il modulo non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valido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form.reportValidity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visualizzare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eventuali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messaggi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validazione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Se il modulo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valido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makeCall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effettuare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chiamata</a:t>
            </a:r>
            <a:r>
              <a:rPr lang="en-US" sz="1400">
                <a:latin typeface="Times New Roman"/>
                <a:ea typeface="+mn-lt"/>
                <a:cs typeface="+mn-lt"/>
              </a:rPr>
              <a:t> AJAX POST al server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controllare</a:t>
            </a:r>
            <a:r>
              <a:rPr lang="en-US" sz="1400"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credenziali</a:t>
            </a:r>
            <a:r>
              <a:rPr lang="en-US" sz="1400">
                <a:latin typeface="Times New Roman"/>
                <a:ea typeface="+mn-lt"/>
                <a:cs typeface="+mn-lt"/>
              </a:rPr>
              <a:t> di accesso.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risultato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di callback.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DengXian"/>
              <a:cs typeface="Times New Roman"/>
            </a:endParaRPr>
          </a:p>
          <a:p>
            <a:endParaRPr lang="it-IT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login management (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JAVASCRipt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4888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819" y="1357621"/>
            <a:ext cx="9906000" cy="4052646"/>
          </a:xfrm>
        </p:spPr>
        <p:txBody>
          <a:bodyPr lIns="109728" tIns="109728" rIns="109728" bIns="91440" anchor="t"/>
          <a:lstStyle/>
          <a:p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di callback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chiamata</a:t>
            </a:r>
            <a:r>
              <a:rPr lang="en-US" sz="1400">
                <a:latin typeface="Times New Roman"/>
                <a:ea typeface="+mn-lt"/>
                <a:cs typeface="+mn-lt"/>
              </a:rPr>
              <a:t> AJAX,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controllato</a:t>
            </a:r>
            <a:r>
              <a:rPr lang="en-US" sz="1400">
                <a:latin typeface="Times New Roman"/>
                <a:ea typeface="+mn-lt"/>
                <a:cs typeface="+mn-lt"/>
              </a:rPr>
              <a:t> lo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risposta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x.readyState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 ==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XMLHttpRequest.DONE</a:t>
            </a:r>
            <a:r>
              <a:rPr lang="en-US" sz="1400">
                <a:latin typeface="Times New Roman"/>
                <a:ea typeface="+mn-lt"/>
                <a:cs typeface="+mn-lt"/>
              </a:rPr>
              <a:t>)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esaminato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400">
                <a:latin typeface="Times New Roman"/>
                <a:ea typeface="+mn-lt"/>
                <a:cs typeface="+mn-lt"/>
              </a:rPr>
              <a:t> HTTP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x.status</a:t>
            </a:r>
            <a:r>
              <a:rPr lang="en-US" sz="1400">
                <a:latin typeface="Times New Roman"/>
                <a:ea typeface="+mn-lt"/>
                <a:cs typeface="+mn-lt"/>
              </a:rPr>
              <a:t>)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determinare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successiva</a:t>
            </a:r>
            <a:r>
              <a:rPr lang="en-US" sz="1400">
                <a:latin typeface="Times New Roman"/>
                <a:ea typeface="+mn-lt"/>
                <a:cs typeface="+mn-lt"/>
              </a:rPr>
              <a:t> da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intraprendere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+mn-lt"/>
              </a:rPr>
              <a:t>Se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400">
                <a:latin typeface="Times New Roman"/>
                <a:ea typeface="+mn-lt"/>
                <a:cs typeface="+mn-lt"/>
              </a:rPr>
              <a:t> è 200,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ottenuto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messaggio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risposta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var message =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x.responseText</a:t>
            </a:r>
            <a:r>
              <a:rPr lang="en-US" sz="1400">
                <a:latin typeface="Times New Roman"/>
                <a:ea typeface="+mn-lt"/>
                <a:cs typeface="+mn-lt"/>
              </a:rPr>
              <a:t>)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rappresenta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400">
                <a:latin typeface="Times New Roman"/>
                <a:ea typeface="+mn-lt"/>
                <a:cs typeface="+mn-lt"/>
              </a:rPr>
              <a:t>. 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quindi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impostato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sessione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sessionStorage.setItem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('username', message)</a:t>
            </a:r>
            <a:r>
              <a:rPr lang="en-US" sz="1400">
                <a:latin typeface="Times New Roman"/>
                <a:ea typeface="+mn-lt"/>
                <a:cs typeface="+mn-lt"/>
              </a:rPr>
              <a:t>)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l'API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sessionStorage</a:t>
            </a:r>
            <a:r>
              <a:rPr lang="en-US" sz="1400">
                <a:latin typeface="Times New Roman"/>
                <a:ea typeface="+mn-lt"/>
                <a:cs typeface="+mn-lt"/>
              </a:rPr>
              <a:t> del browser.</a:t>
            </a:r>
            <a:endParaRPr lang="en-US" sz="1400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quindi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verificato</a:t>
            </a:r>
            <a:r>
              <a:rPr lang="en-US" sz="1400">
                <a:latin typeface="Times New Roman"/>
                <a:ea typeface="+mn-lt"/>
                <a:cs typeface="+mn-lt"/>
              </a:rPr>
              <a:t> 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l'utente</a:t>
            </a:r>
            <a:r>
              <a:rPr lang="en-US" sz="1400">
                <a:latin typeface="Times New Roman"/>
                <a:ea typeface="+mn-lt"/>
                <a:cs typeface="+mn-lt"/>
              </a:rPr>
              <a:t> è nuovo o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esistente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controllando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cookie. Se il cookie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corrispondente</a:t>
            </a:r>
            <a:r>
              <a:rPr lang="en-US" sz="1400">
                <a:latin typeface="Times New Roman"/>
                <a:ea typeface="+mn-lt"/>
                <a:cs typeface="+mn-lt"/>
              </a:rPr>
              <a:t> al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400">
                <a:latin typeface="Times New Roman"/>
                <a:ea typeface="+mn-lt"/>
                <a:cs typeface="+mn-lt"/>
              </a:rPr>
              <a:t> non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esiste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impostato</a:t>
            </a:r>
            <a:r>
              <a:rPr lang="en-US" sz="1400">
                <a:latin typeface="Times New Roman"/>
                <a:ea typeface="+mn-lt"/>
                <a:cs typeface="+mn-lt"/>
              </a:rPr>
              <a:t> il cookie '</a:t>
            </a:r>
            <a:r>
              <a:rPr lang="en-US" sz="1400" err="1">
                <a:latin typeface="Times New Roman"/>
                <a:ea typeface="+mn-lt"/>
                <a:cs typeface="+mn-lt"/>
              </a:rPr>
              <a:t>isNewUser</a:t>
            </a:r>
            <a:r>
              <a:rPr lang="en-US" sz="1400">
                <a:latin typeface="Times New Roman"/>
                <a:ea typeface="+mn-lt"/>
                <a:cs typeface="+mn-lt"/>
              </a:rPr>
              <a:t>'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</a:t>
            </a:r>
            <a:r>
              <a:rPr lang="en-US" sz="1400">
                <a:latin typeface="Times New Roman"/>
                <a:ea typeface="+mn-lt"/>
                <a:cs typeface="+mn-lt"/>
              </a:rPr>
              <a:t> 'true';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altrimenti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</a:t>
            </a:r>
            <a:r>
              <a:rPr lang="en-US" sz="1400">
                <a:latin typeface="Times New Roman"/>
                <a:ea typeface="+mn-lt"/>
                <a:cs typeface="+mn-lt"/>
              </a:rPr>
              <a:t> 'false'.</a:t>
            </a:r>
            <a:endParaRPr lang="en-US" sz="1400">
              <a:latin typeface="Times New Roman"/>
              <a:cs typeface="Times New Roman"/>
            </a:endParaRPr>
          </a:p>
          <a:p>
            <a:r>
              <a:rPr lang="en-US" sz="1400" err="1">
                <a:latin typeface="Times New Roman"/>
                <a:ea typeface="+mn-lt"/>
                <a:cs typeface="+mn-lt"/>
              </a:rPr>
              <a:t>Successivamente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impostato</a:t>
            </a:r>
            <a:r>
              <a:rPr lang="en-US" sz="1400">
                <a:latin typeface="Times New Roman"/>
                <a:ea typeface="+mn-lt"/>
                <a:cs typeface="+mn-lt"/>
              </a:rPr>
              <a:t> un cookie con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400">
                <a:latin typeface="Times New Roman"/>
                <a:ea typeface="+mn-lt"/>
                <a:cs typeface="+mn-lt"/>
              </a:rPr>
              <a:t> come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400">
                <a:latin typeface="Times New Roman"/>
                <a:ea typeface="+mn-lt"/>
                <a:cs typeface="+mn-lt"/>
              </a:rPr>
              <a:t> 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valore</a:t>
            </a:r>
            <a:r>
              <a:rPr lang="en-US" sz="1400">
                <a:latin typeface="Times New Roman"/>
                <a:ea typeface="+mn-lt"/>
                <a:cs typeface="+mn-lt"/>
              </a:rPr>
              <a:t> 'true',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indica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l'utente</a:t>
            </a:r>
            <a:r>
              <a:rPr lang="en-US" sz="1400">
                <a:latin typeface="Times New Roman"/>
                <a:ea typeface="+mn-lt"/>
                <a:cs typeface="+mn-lt"/>
              </a:rPr>
              <a:t> ha </a:t>
            </a:r>
            <a:r>
              <a:rPr lang="en-US" sz="1400" err="1">
                <a:latin typeface="Times New Roman"/>
                <a:ea typeface="+mn-lt"/>
                <a:cs typeface="+mn-lt"/>
              </a:rPr>
              <a:t>effettuato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l'accesso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correttamente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r>
              <a:rPr lang="en-US" sz="1400" err="1">
                <a:latin typeface="Times New Roman"/>
                <a:ea typeface="+mn-lt"/>
                <a:cs typeface="+mn-lt"/>
              </a:rPr>
              <a:t>Infine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reindirizzato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l'utente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"homePage.html"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window.location.href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 = "homePage.html</a:t>
            </a:r>
            <a:r>
              <a:rPr lang="en-US" sz="1400">
                <a:latin typeface="Times New Roman"/>
                <a:ea typeface="+mn-lt"/>
                <a:cs typeface="+mn-lt"/>
              </a:rPr>
              <a:t>".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include </a:t>
            </a:r>
            <a:r>
              <a:rPr lang="en-US" sz="1400" err="1">
                <a:latin typeface="Times New Roman"/>
                <a:ea typeface="+mn-lt"/>
                <a:cs typeface="+mn-lt"/>
              </a:rPr>
              <a:t>anche</a:t>
            </a:r>
            <a:r>
              <a:rPr lang="en-US" sz="1400">
                <a:latin typeface="Times New Roman"/>
                <a:ea typeface="+mn-lt"/>
                <a:cs typeface="+mn-lt"/>
              </a:rPr>
              <a:t> due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ausiliarie</a:t>
            </a:r>
            <a:r>
              <a:rPr lang="en-US" sz="1400">
                <a:latin typeface="Times New Roman"/>
                <a:ea typeface="+mn-lt"/>
                <a:cs typeface="+mn-lt"/>
              </a:rPr>
              <a:t>: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setCookie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cookieName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cookieValue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daysToExpire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getCookie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cookieName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utilizzate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impostare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ottenere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dei</a:t>
            </a:r>
            <a:r>
              <a:rPr lang="en-US" sz="1400">
                <a:latin typeface="Times New Roman"/>
                <a:ea typeface="+mn-lt"/>
                <a:cs typeface="+mn-lt"/>
              </a:rPr>
              <a:t> cookie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rispettivamente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DengXian"/>
              <a:cs typeface="Times New Roman"/>
            </a:endParaRPr>
          </a:p>
          <a:p>
            <a:endParaRPr lang="it-IT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</p:spTree>
    <p:extLst>
      <p:ext uri="{BB962C8B-B14F-4D97-AF65-F5344CB8AC3E}">
        <p14:creationId xmlns:p14="http://schemas.microsoft.com/office/powerpoint/2010/main" val="881010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52646"/>
          </a:xfrm>
        </p:spPr>
        <p:txBody>
          <a:bodyPr lIns="109728" tIns="109728" rIns="109728" bIns="91440" anchor="t"/>
          <a:lstStyle/>
          <a:p>
            <a:pPr>
              <a:lnSpc>
                <a:spcPct val="110000"/>
              </a:lnSpc>
            </a:pPr>
            <a:r>
              <a:rPr lang="en-US" sz="1600" b="1" err="1">
                <a:latin typeface="Times New Roman"/>
                <a:ea typeface="+mn-lt"/>
                <a:cs typeface="+mn-lt"/>
              </a:rPr>
              <a:t>PageOrchestrator</a:t>
            </a:r>
            <a:endParaRPr lang="en-US" sz="1600" b="1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1400" err="1">
                <a:latin typeface="Times New Roman"/>
                <a:ea typeface="+mn-lt"/>
                <a:cs typeface="+mn-lt"/>
              </a:rPr>
              <a:t>All'interno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dell'oggerto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pageOrchestrato</a:t>
            </a:r>
            <a:r>
              <a:rPr lang="en-US" sz="1400" err="1">
                <a:latin typeface="Times New Roman"/>
                <a:ea typeface="+mn-lt"/>
                <a:cs typeface="+mn-lt"/>
              </a:rPr>
              <a:t>r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chiamati</a:t>
            </a:r>
            <a:r>
              <a:rPr lang="en-US" sz="1400">
                <a:latin typeface="Times New Roman"/>
                <a:ea typeface="+mn-lt"/>
                <a:cs typeface="+mn-lt"/>
              </a:rPr>
              <a:t> 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metodi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 start()</a:t>
            </a:r>
            <a:r>
              <a:rPr lang="en-US" sz="1400">
                <a:latin typeface="Times New Roman"/>
                <a:ea typeface="+mn-lt"/>
                <a:cs typeface="+mn-lt"/>
              </a:rPr>
              <a:t> e</a:t>
            </a:r>
            <a:r>
              <a:rPr lang="en-US" sz="1400" b="1">
                <a:solidFill>
                  <a:srgbClr val="001E2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refresh()</a:t>
            </a:r>
            <a:r>
              <a:rPr lang="en-US" sz="1400" b="1">
                <a:solidFill>
                  <a:srgbClr val="001E2E"/>
                </a:solidFill>
                <a:latin typeface="Times New Roman"/>
                <a:ea typeface="+mn-lt"/>
                <a:cs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controllato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valore</a:t>
            </a:r>
            <a:r>
              <a:rPr lang="en-US" sz="1400">
                <a:latin typeface="Times New Roman"/>
                <a:ea typeface="+mn-lt"/>
                <a:cs typeface="+mn-lt"/>
              </a:rPr>
              <a:t> del cookie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isNewUser</a:t>
            </a:r>
            <a:r>
              <a:rPr lang="en-US" sz="1400">
                <a:latin typeface="Times New Roman"/>
                <a:ea typeface="+mn-lt"/>
                <a:cs typeface="+mn-lt"/>
              </a:rPr>
              <a:t> e in base ad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esso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mostrati</a:t>
            </a:r>
            <a:r>
              <a:rPr lang="en-US" sz="1400">
                <a:latin typeface="Times New Roman"/>
                <a:ea typeface="+mn-lt"/>
                <a:cs typeface="+mn-lt"/>
              </a:rPr>
              <a:t> o </a:t>
            </a:r>
            <a:r>
              <a:rPr lang="en-US" sz="1400" err="1">
                <a:latin typeface="Times New Roman"/>
                <a:ea typeface="+mn-lt"/>
                <a:cs typeface="+mn-lt"/>
              </a:rPr>
              <a:t>nascosti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alcuni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elementi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, come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acquisto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buyBlock</a:t>
            </a:r>
            <a:r>
              <a:rPr lang="en-US" sz="1400">
                <a:latin typeface="Times New Roman"/>
                <a:ea typeface="+mn-lt"/>
                <a:cs typeface="+mn-lt"/>
              </a:rPr>
              <a:t>) 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vendita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sellBlock</a:t>
            </a:r>
            <a:r>
              <a:rPr lang="en-US" sz="1400">
                <a:latin typeface="Times New Roman"/>
                <a:ea typeface="+mn-lt"/>
                <a:cs typeface="+mn-lt"/>
              </a:rPr>
              <a:t>),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applicati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alcuni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stili</a:t>
            </a:r>
            <a:r>
              <a:rPr lang="en-US" sz="1400">
                <a:latin typeface="Times New Roman"/>
                <a:ea typeface="+mn-lt"/>
                <a:cs typeface="+mn-lt"/>
              </a:rPr>
              <a:t> ai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pulsanti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buyButton</a:t>
            </a:r>
            <a:r>
              <a:rPr lang="en-US" sz="1400">
                <a:latin typeface="Times New Roman"/>
                <a:ea typeface="+mn-lt"/>
                <a:cs typeface="+mn-lt"/>
              </a:rPr>
              <a:t> 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sellButton</a:t>
            </a:r>
            <a:r>
              <a:rPr lang="en-US" sz="1400">
                <a:latin typeface="Times New Roman"/>
                <a:ea typeface="+mn-lt"/>
                <a:cs typeface="+mn-lt"/>
              </a:rPr>
              <a:t>).</a:t>
            </a:r>
            <a:endParaRPr lang="en-US" sz="1400" b="1">
              <a:solidFill>
                <a:srgbClr val="001E2E"/>
              </a:solidFill>
              <a:latin typeface="Times New Roman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chiamata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determinePageToShow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determinare</a:t>
            </a:r>
            <a:r>
              <a:rPr lang="en-US" sz="1400">
                <a:latin typeface="Times New Roman"/>
                <a:ea typeface="+mn-lt"/>
                <a:cs typeface="+mn-lt"/>
              </a:rPr>
              <a:t> quale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mostrare</a:t>
            </a:r>
            <a:r>
              <a:rPr lang="en-US" sz="1400">
                <a:latin typeface="Times New Roman"/>
                <a:ea typeface="+mn-lt"/>
                <a:cs typeface="+mn-lt"/>
              </a:rPr>
              <a:t> in base a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logica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specifica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r>
              <a:rPr lang="en-US" sz="1400" err="1"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inizializzati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vari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corrispondenti</a:t>
            </a:r>
            <a:r>
              <a:rPr lang="en-US" sz="1400">
                <a:latin typeface="Times New Roman"/>
                <a:ea typeface="+mn-lt"/>
                <a:cs typeface="+mn-lt"/>
              </a:rPr>
              <a:t> a diverse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componenti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, come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liste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openAuctionList</a:t>
            </a:r>
            <a:r>
              <a:rPr lang="en-US" sz="1400">
                <a:latin typeface="Times New Roman"/>
                <a:ea typeface="+mn-lt"/>
                <a:cs typeface="+mn-lt"/>
              </a:rPr>
              <a:t>),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chiuse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closedAuctionList</a:t>
            </a:r>
            <a:r>
              <a:rPr lang="en-US" sz="1400">
                <a:latin typeface="Times New Roman"/>
                <a:ea typeface="+mn-lt"/>
                <a:cs typeface="+mn-lt"/>
              </a:rPr>
              <a:t>),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disponibili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availableItemList</a:t>
            </a:r>
            <a:r>
              <a:rPr lang="en-US" sz="1400">
                <a:latin typeface="Times New Roman"/>
                <a:ea typeface="+mn-lt"/>
                <a:cs typeface="+mn-lt"/>
              </a:rPr>
              <a:t>), </a:t>
            </a:r>
            <a:r>
              <a:rPr lang="en-US" sz="1400" err="1">
                <a:latin typeface="Times New Roman"/>
                <a:ea typeface="+mn-lt"/>
                <a:cs typeface="+mn-lt"/>
              </a:rPr>
              <a:t>ecc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r>
              <a:rPr lang="en-US" sz="1400">
                <a:latin typeface="Times New Roman"/>
                <a:ea typeface="+mn-lt"/>
                <a:cs typeface="+mn-lt"/>
              </a:rPr>
              <a:t>Viene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creato</a:t>
            </a:r>
            <a:r>
              <a:rPr lang="en-US" sz="1400">
                <a:latin typeface="Times New Roman"/>
                <a:ea typeface="+mn-lt"/>
                <a:cs typeface="+mn-lt"/>
              </a:rPr>
              <a:t> un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PersonalMessage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visualizzare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endParaRPr lang="en-US" sz="1400" b="1">
              <a:solidFill>
                <a:srgbClr val="001E2E"/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+mn-lt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Home management (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javascript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2298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119" y="951221"/>
            <a:ext cx="9906000" cy="4954346"/>
          </a:xfrm>
        </p:spPr>
        <p:txBody>
          <a:bodyPr lIns="109728" tIns="109728" rIns="109728" bIns="91440" anchor="t"/>
          <a:lstStyle/>
          <a:p>
            <a:pPr>
              <a:lnSpc>
                <a:spcPct val="15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Cookies Management Component</a:t>
            </a:r>
            <a:endParaRPr lang="en-US" sz="18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setCookie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cookieName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cookieValue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daysToExpire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</a:t>
            </a:r>
            <a:r>
              <a:rPr lang="en-US" sz="1400">
                <a:latin typeface="Times New Roman"/>
                <a:ea typeface="+mn-lt"/>
                <a:cs typeface="+mn-lt"/>
              </a:rPr>
              <a:t> un cookie </a:t>
            </a:r>
            <a:r>
              <a:rPr lang="en-US" sz="1400" err="1">
                <a:latin typeface="Times New Roman"/>
                <a:ea typeface="+mn-lt"/>
                <a:cs typeface="+mn-lt"/>
              </a:rPr>
              <a:t>nel</a:t>
            </a:r>
            <a:r>
              <a:rPr lang="en-US" sz="1400">
                <a:latin typeface="Times New Roman"/>
                <a:ea typeface="+mn-lt"/>
                <a:cs typeface="+mn-lt"/>
              </a:rPr>
              <a:t> browser con un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, un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valore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data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specificati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getCookie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cookieName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Restituisce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valore</a:t>
            </a:r>
            <a:r>
              <a:rPr lang="en-US" sz="1400">
                <a:latin typeface="Times New Roman"/>
                <a:ea typeface="+mn-lt"/>
                <a:cs typeface="+mn-lt"/>
              </a:rPr>
              <a:t> di un cookie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specificato</a:t>
            </a:r>
            <a:r>
              <a:rPr lang="en-US" sz="1400">
                <a:latin typeface="Times New Roman"/>
                <a:ea typeface="+mn-lt"/>
                <a:cs typeface="+mn-lt"/>
              </a:rPr>
              <a:t> dal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setLastAction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(action)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Imposta</a:t>
            </a:r>
            <a:r>
              <a:rPr lang="en-US" sz="1400">
                <a:latin typeface="Times New Roman"/>
                <a:ea typeface="+mn-lt"/>
                <a:cs typeface="+mn-lt"/>
              </a:rPr>
              <a:t> un cookie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l'ultima</a:t>
            </a:r>
            <a:r>
              <a:rPr lang="en-US" sz="1400">
                <a:latin typeface="Times New Roman"/>
                <a:ea typeface="+mn-lt"/>
                <a:cs typeface="+mn-lt"/>
              </a:rPr>
              <a:t> azione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dell'utente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getLastAction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Restituisce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l'ultima</a:t>
            </a:r>
            <a:r>
              <a:rPr lang="en-US" sz="1400">
                <a:latin typeface="Times New Roman"/>
                <a:ea typeface="+mn-lt"/>
                <a:cs typeface="+mn-lt"/>
              </a:rPr>
              <a:t> azione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dell'utente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nel</a:t>
            </a:r>
            <a:r>
              <a:rPr lang="en-US" sz="1400">
                <a:latin typeface="Times New Roman"/>
                <a:ea typeface="+mn-lt"/>
                <a:cs typeface="+mn-lt"/>
              </a:rPr>
              <a:t> cookie.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recordClickedAuction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auctionId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l'ID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cliccata</a:t>
            </a:r>
            <a:r>
              <a:rPr lang="en-US" sz="1400">
                <a:latin typeface="Times New Roman"/>
                <a:ea typeface="+mn-lt"/>
                <a:cs typeface="+mn-lt"/>
              </a:rPr>
              <a:t> in un cookie.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isAuctionClicked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auctionId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Verifica</a:t>
            </a:r>
            <a:r>
              <a:rPr lang="en-US" sz="1400">
                <a:latin typeface="Times New Roman"/>
                <a:ea typeface="+mn-lt"/>
                <a:cs typeface="+mn-lt"/>
              </a:rPr>
              <a:t> 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specificata</a:t>
            </a:r>
            <a:r>
              <a:rPr lang="en-US" sz="1400">
                <a:latin typeface="Times New Roman"/>
                <a:ea typeface="+mn-lt"/>
                <a:cs typeface="+mn-lt"/>
              </a:rPr>
              <a:t>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stata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già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cliccata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sendClickedAuctionsToServlet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Invia</a:t>
            </a:r>
            <a:r>
              <a:rPr lang="en-US" sz="1400">
                <a:latin typeface="Times New Roman"/>
                <a:ea typeface="+mn-lt"/>
                <a:cs typeface="+mn-lt"/>
              </a:rPr>
              <a:t> al server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cliccate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tramite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richiesta</a:t>
            </a:r>
            <a:r>
              <a:rPr lang="en-US" sz="1400">
                <a:latin typeface="Times New Roman"/>
                <a:ea typeface="+mn-lt"/>
                <a:cs typeface="+mn-lt"/>
              </a:rPr>
              <a:t> POST.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determinePageToShow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: Determina quale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all'utente</a:t>
            </a:r>
            <a:r>
              <a:rPr lang="en-US" sz="1400">
                <a:latin typeface="Times New Roman"/>
                <a:ea typeface="+mn-lt"/>
                <a:cs typeface="+mn-lt"/>
              </a:rPr>
              <a:t> in base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all'ultima</a:t>
            </a:r>
            <a:r>
              <a:rPr lang="en-US" sz="1400">
                <a:latin typeface="Times New Roman"/>
                <a:ea typeface="+mn-lt"/>
                <a:cs typeface="+mn-lt"/>
              </a:rPr>
              <a:t> azione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registrata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20000"/>
              </a:lnSpc>
            </a:pPr>
            <a:endParaRPr lang="en-US" sz="1200"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+mn-lt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025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119" y="951221"/>
            <a:ext cx="9906000" cy="4954346"/>
          </a:xfrm>
        </p:spPr>
        <p:txBody>
          <a:bodyPr lIns="109728" tIns="109728" rIns="109728" bIns="91440" anchor="t"/>
          <a:lstStyle/>
          <a:p>
            <a:pPr>
              <a:lnSpc>
                <a:spcPct val="15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Sell Page</a:t>
            </a:r>
            <a:endParaRPr lang="en-US" sz="18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CreateNewItem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()</a:t>
            </a:r>
            <a:r>
              <a:rPr lang="en-US" sz="1400">
                <a:latin typeface="Times New Roman"/>
                <a:ea typeface="+mn-lt"/>
                <a:cs typeface="+mn-lt"/>
              </a:rPr>
              <a:t>: Crea un nuovo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oggetto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eventi</a:t>
            </a:r>
            <a:r>
              <a:rPr lang="en-US" sz="1400">
                <a:latin typeface="Times New Roman"/>
                <a:ea typeface="+mn-lt"/>
                <a:cs typeface="+mn-lt"/>
              </a:rPr>
              <a:t> per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creazione</a:t>
            </a:r>
            <a:r>
              <a:rPr lang="en-US" sz="1400">
                <a:latin typeface="Times New Roman"/>
                <a:ea typeface="+mn-lt"/>
                <a:cs typeface="+mn-lt"/>
              </a:rPr>
              <a:t> di un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oggetto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invia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richiesta</a:t>
            </a:r>
            <a:r>
              <a:rPr lang="en-US" sz="1400">
                <a:latin typeface="Times New Roman"/>
                <a:ea typeface="+mn-lt"/>
                <a:cs typeface="+mn-lt"/>
              </a:rPr>
              <a:t> POST al server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l'oggetto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risposte</a:t>
            </a:r>
            <a:r>
              <a:rPr lang="en-US" sz="1400">
                <a:latin typeface="Times New Roman"/>
                <a:ea typeface="+mn-lt"/>
                <a:cs typeface="+mn-lt"/>
              </a:rPr>
              <a:t> del server.</a:t>
            </a:r>
            <a:endParaRPr lang="en-US" sz="1400" b="1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CreateNewAuction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id_createNewAuction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Crea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nuova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asta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eventi</a:t>
            </a:r>
            <a:r>
              <a:rPr lang="en-US" sz="1400">
                <a:latin typeface="Times New Roman"/>
                <a:ea typeface="+mn-lt"/>
                <a:cs typeface="+mn-lt"/>
              </a:rPr>
              <a:t> per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creazione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invia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richiesta</a:t>
            </a:r>
            <a:r>
              <a:rPr lang="en-US" sz="1400">
                <a:latin typeface="Times New Roman"/>
                <a:ea typeface="+mn-lt"/>
                <a:cs typeface="+mn-lt"/>
              </a:rPr>
              <a:t> POST al server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risposte</a:t>
            </a:r>
            <a:r>
              <a:rPr lang="en-US" sz="1400">
                <a:latin typeface="Times New Roman"/>
                <a:ea typeface="+mn-lt"/>
                <a:cs typeface="+mn-lt"/>
              </a:rPr>
              <a:t> del server.</a:t>
            </a:r>
            <a:endParaRPr lang="en-US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OpenAuctionList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id_openAuction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id_openAuctionBody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latin typeface="Times New Roman"/>
                <a:ea typeface="+mn-lt"/>
                <a:cs typeface="+mn-lt"/>
              </a:rPr>
              <a:t> create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. Aggiorna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visualizza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eventi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elementi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closeForm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closeAuctionButton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_orchestrator)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Controlla</a:t>
            </a:r>
            <a:r>
              <a:rPr lang="en-US" sz="1400">
                <a:latin typeface="Times New Roman"/>
                <a:ea typeface="+mn-lt"/>
                <a:cs typeface="+mn-lt"/>
              </a:rPr>
              <a:t> lo </a:t>
            </a:r>
            <a:r>
              <a:rPr lang="en-US" sz="14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determinare</a:t>
            </a:r>
            <a:r>
              <a:rPr lang="en-US" sz="1400">
                <a:latin typeface="Times New Roman"/>
                <a:ea typeface="+mn-lt"/>
                <a:cs typeface="+mn-lt"/>
              </a:rPr>
              <a:t> 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può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essere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chiusa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Registra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eventi</a:t>
            </a:r>
            <a:r>
              <a:rPr lang="en-US" sz="1400">
                <a:latin typeface="Times New Roman"/>
                <a:ea typeface="+mn-lt"/>
                <a:cs typeface="+mn-lt"/>
              </a:rPr>
              <a:t> per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chiusura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invia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richiesta</a:t>
            </a:r>
            <a:r>
              <a:rPr lang="en-US" sz="1400">
                <a:latin typeface="Times New Roman"/>
                <a:ea typeface="+mn-lt"/>
                <a:cs typeface="+mn-lt"/>
              </a:rPr>
              <a:t> POST al server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chiudere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risposte</a:t>
            </a:r>
            <a:r>
              <a:rPr lang="en-US" sz="1400">
                <a:latin typeface="Times New Roman"/>
                <a:ea typeface="+mn-lt"/>
                <a:cs typeface="+mn-lt"/>
              </a:rPr>
              <a:t> del server.</a:t>
            </a:r>
            <a:endParaRPr lang="en-US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ClosedAuctionList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id_closedAuction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, _</a:t>
            </a: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id_closedAuctionBody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US" sz="1400">
                <a:latin typeface="Times New Roman"/>
                <a:ea typeface="+mn-lt"/>
                <a:cs typeface="+mn-lt"/>
              </a:rPr>
              <a:t>: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chiuse</a:t>
            </a:r>
            <a:r>
              <a:rPr lang="en-US" sz="1400">
                <a:latin typeface="Times New Roman"/>
                <a:ea typeface="+mn-lt"/>
                <a:cs typeface="+mn-lt"/>
              </a:rPr>
              <a:t>. Aggiorna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chiuse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eventi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elementi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20000"/>
              </a:lnSpc>
            </a:pPr>
            <a:endParaRPr lang="en-US" sz="1200"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+mn-lt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657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119" y="951221"/>
            <a:ext cx="9906000" cy="4954346"/>
          </a:xfrm>
        </p:spPr>
        <p:txBody>
          <a:bodyPr lIns="109728" tIns="109728" rIns="109728" bIns="91440" anchor="t"/>
          <a:lstStyle/>
          <a:p>
            <a:pPr>
              <a:lnSpc>
                <a:spcPct val="150000"/>
              </a:lnSpc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Buy page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Times New Roman"/>
              </a:rPr>
              <a:t>KeyAuctionList</a:t>
            </a:r>
            <a:r>
              <a:rPr lang="en-US" sz="1400">
                <a:latin typeface="Times New Roman"/>
                <a:ea typeface="+mn-lt"/>
                <a:cs typeface="Times New Roman"/>
              </a:rPr>
              <a:t>: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Questo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componente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mostra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un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aste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in base a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parola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chiave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fornita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.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viene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aggiornato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dinamicamente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tramite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chiamata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AJAX al server.</a:t>
            </a: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Times New Roman"/>
              </a:rPr>
              <a:t>OfferList</a:t>
            </a:r>
            <a:r>
              <a:rPr lang="en-US" sz="1400">
                <a:latin typeface="Times New Roman"/>
                <a:ea typeface="+mn-lt"/>
                <a:cs typeface="Times New Roman"/>
              </a:rPr>
              <a:t>: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Questo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componente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mostra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un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offerte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relative a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un'asta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specifica</a:t>
            </a:r>
            <a:r>
              <a:rPr lang="en-US" sz="1400">
                <a:latin typeface="Times New Roman"/>
                <a:ea typeface="+mn-lt"/>
                <a:cs typeface="Times New Roman"/>
              </a:rPr>
              <a:t>. Le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offerte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vengono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ottenute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dal server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tramite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chiamata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AJAX.</a:t>
            </a: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Times New Roman"/>
              </a:rPr>
              <a:t>WonAuctionList</a:t>
            </a:r>
            <a:r>
              <a:rPr lang="en-US" sz="1400">
                <a:latin typeface="Times New Roman"/>
                <a:ea typeface="+mn-lt"/>
                <a:cs typeface="Times New Roman"/>
              </a:rPr>
              <a:t>: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Questo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componente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mostra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un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aste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vinte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dall'utente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. 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delle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aste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vinte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vengono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ottenuti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dal server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tramite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chiamata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AJAX.</a:t>
            </a: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Times New Roman"/>
              </a:rPr>
              <a:t>ItemDetailList</a:t>
            </a:r>
            <a:r>
              <a:rPr lang="en-US" sz="1400">
                <a:latin typeface="Times New Roman"/>
                <a:ea typeface="+mn-lt"/>
                <a:cs typeface="Times New Roman"/>
              </a:rPr>
              <a:t>: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Questo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componente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mostra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un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dettagli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degli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oggetti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associati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un'asta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specifica</a:t>
            </a:r>
            <a:r>
              <a:rPr lang="en-US" sz="1400">
                <a:latin typeface="Times New Roman"/>
                <a:ea typeface="+mn-lt"/>
                <a:cs typeface="Times New Roman"/>
              </a:rPr>
              <a:t>. 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vengono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ottenuti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dal server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tramite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chiamata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AJAX.</a:t>
            </a: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Times New Roman"/>
              </a:rPr>
              <a:t>StillOpenAuctionList</a:t>
            </a:r>
            <a:r>
              <a:rPr lang="en-US" sz="1400">
                <a:latin typeface="Times New Roman"/>
                <a:ea typeface="+mn-lt"/>
                <a:cs typeface="Times New Roman"/>
              </a:rPr>
              <a:t>: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Questo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componente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mostra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un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elenco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aste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ancora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aperte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sono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state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precedentemente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visualizzate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dall'utente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. 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vengono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aggiornati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dinamicamente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tramite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chiamata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AJAX</a:t>
            </a:r>
            <a:endParaRPr lang="en-US"/>
          </a:p>
          <a:p>
            <a:pPr>
              <a:lnSpc>
                <a:spcPct val="150000"/>
              </a:lnSpc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20000"/>
              </a:lnSpc>
            </a:pPr>
            <a:endParaRPr lang="en-US" sz="1200"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+mn-lt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9325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119" y="951221"/>
            <a:ext cx="9906000" cy="4954346"/>
          </a:xfrm>
        </p:spPr>
        <p:txBody>
          <a:bodyPr lIns="109728" tIns="109728" rIns="109728" bIns="91440" anchor="t"/>
          <a:lstStyle/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sellButton.addEventListener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("click", function (e) { ... }, false);</a:t>
            </a:r>
            <a:r>
              <a:rPr lang="en-US" sz="1400">
                <a:latin typeface="Times New Roman"/>
                <a:ea typeface="+mn-lt"/>
                <a:cs typeface="+mn-lt"/>
              </a:rPr>
              <a:t>: Questa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sul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latin typeface="Times New Roman"/>
                <a:ea typeface="+mn-lt"/>
                <a:cs typeface="+mn-lt"/>
              </a:rPr>
              <a:t>sellButton</a:t>
            </a:r>
            <a:r>
              <a:rPr lang="en-US" sz="1400">
                <a:latin typeface="Times New Roman"/>
                <a:ea typeface="+mn-lt"/>
                <a:cs typeface="+mn-lt"/>
              </a:rPr>
              <a:t>". Aggiorna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nasconde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acquisto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vendita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Modifica</a:t>
            </a:r>
            <a:r>
              <a:rPr lang="en-US" sz="1400">
                <a:latin typeface="Times New Roman"/>
                <a:ea typeface="+mn-lt"/>
                <a:cs typeface="+mn-lt"/>
              </a:rPr>
              <a:t> lo stile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pulsanti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evidenziare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latin typeface="Times New Roman"/>
                <a:ea typeface="+mn-lt"/>
                <a:cs typeface="+mn-lt"/>
              </a:rPr>
              <a:t>sellButton</a:t>
            </a:r>
            <a:r>
              <a:rPr lang="en-US" sz="1400">
                <a:latin typeface="Times New Roman"/>
                <a:ea typeface="+mn-lt"/>
                <a:cs typeface="+mn-lt"/>
              </a:rPr>
              <a:t>".</a:t>
            </a:r>
            <a:endParaRPr lang="en-US" sz="1400">
              <a:solidFill>
                <a:srgbClr val="001E2E"/>
              </a:solidFill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buyButton.addEventListener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("click", function (e) { ... }, false);</a:t>
            </a:r>
            <a:r>
              <a:rPr lang="en-US" sz="1400">
                <a:latin typeface="Times New Roman"/>
                <a:ea typeface="+mn-lt"/>
                <a:cs typeface="+mn-lt"/>
              </a:rPr>
              <a:t>: Questa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sul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latin typeface="Times New Roman"/>
                <a:ea typeface="+mn-lt"/>
                <a:cs typeface="+mn-lt"/>
              </a:rPr>
              <a:t>buyButton</a:t>
            </a:r>
            <a:r>
              <a:rPr lang="en-US" sz="1400">
                <a:latin typeface="Times New Roman"/>
                <a:ea typeface="+mn-lt"/>
                <a:cs typeface="+mn-lt"/>
              </a:rPr>
              <a:t>". Aggiorna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nasconde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vendita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blocco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acquisto</a:t>
            </a:r>
            <a:r>
              <a:rPr lang="en-US" sz="1400">
                <a:latin typeface="Times New Roman"/>
                <a:ea typeface="+mn-lt"/>
                <a:cs typeface="+mn-lt"/>
              </a:rPr>
              <a:t>.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Modifica</a:t>
            </a:r>
            <a:r>
              <a:rPr lang="en-US" sz="1400">
                <a:latin typeface="Times New Roman"/>
                <a:ea typeface="+mn-lt"/>
                <a:cs typeface="+mn-lt"/>
              </a:rPr>
              <a:t> lo stile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pulsanti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evidenziare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latin typeface="Times New Roman"/>
                <a:ea typeface="+mn-lt"/>
                <a:cs typeface="+mn-lt"/>
              </a:rPr>
              <a:t>buyButton</a:t>
            </a:r>
            <a:r>
              <a:rPr lang="en-US" sz="1400">
                <a:latin typeface="Times New Roman"/>
                <a:ea typeface="+mn-lt"/>
                <a:cs typeface="+mn-lt"/>
              </a:rPr>
              <a:t>".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searchKeywordForm.addEventListener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("submit", function (e) { ... }, false);</a:t>
            </a:r>
            <a:r>
              <a:rPr lang="en-US" sz="1400">
                <a:latin typeface="Times New Roman"/>
                <a:ea typeface="+mn-lt"/>
                <a:cs typeface="+mn-lt"/>
              </a:rPr>
              <a:t>: Questa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l'invio</a:t>
            </a:r>
            <a:r>
              <a:rPr lang="en-US" sz="1400">
                <a:latin typeface="Times New Roman"/>
                <a:ea typeface="+mn-lt"/>
                <a:cs typeface="+mn-lt"/>
              </a:rPr>
              <a:t> del modulo "</a:t>
            </a:r>
            <a:r>
              <a:rPr lang="en-US" sz="1400" err="1">
                <a:latin typeface="Times New Roman"/>
                <a:ea typeface="+mn-lt"/>
                <a:cs typeface="+mn-lt"/>
              </a:rPr>
              <a:t>searchKeywordForm</a:t>
            </a:r>
            <a:r>
              <a:rPr lang="en-US" sz="1400">
                <a:latin typeface="Times New Roman"/>
                <a:ea typeface="+mn-lt"/>
                <a:cs typeface="+mn-lt"/>
              </a:rPr>
              <a:t>". </a:t>
            </a:r>
            <a:r>
              <a:rPr lang="en-US" sz="1400" err="1">
                <a:latin typeface="Times New Roman"/>
                <a:ea typeface="+mn-lt"/>
                <a:cs typeface="+mn-lt"/>
              </a:rPr>
              <a:t>Esegue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ricerca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utilizzando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parola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inserita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aggiorna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visualizzazione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corrispondenti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resetta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risultati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oggetti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400" b="1" err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giveOfferForm.addEventListener</a:t>
            </a:r>
            <a:r>
              <a:rPr lang="en-US" sz="1400" b="1">
                <a:solidFill>
                  <a:srgbClr val="B4A078"/>
                </a:solidFill>
                <a:latin typeface="Times New Roman"/>
                <a:ea typeface="+mn-lt"/>
                <a:cs typeface="+mn-lt"/>
              </a:rPr>
              <a:t>("submit", function (e) { ... }, false);</a:t>
            </a:r>
            <a:r>
              <a:rPr lang="en-US" sz="1400">
                <a:latin typeface="Times New Roman"/>
                <a:ea typeface="+mn-lt"/>
                <a:cs typeface="+mn-lt"/>
              </a:rPr>
              <a:t>: Questa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funzione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l'invio</a:t>
            </a:r>
            <a:r>
              <a:rPr lang="en-US" sz="1400">
                <a:latin typeface="Times New Roman"/>
                <a:ea typeface="+mn-lt"/>
                <a:cs typeface="+mn-lt"/>
              </a:rPr>
              <a:t> del modulo "</a:t>
            </a:r>
            <a:r>
              <a:rPr lang="en-US" sz="1400" err="1">
                <a:latin typeface="Times New Roman"/>
                <a:ea typeface="+mn-lt"/>
                <a:cs typeface="+mn-lt"/>
              </a:rPr>
              <a:t>giveOfferForm</a:t>
            </a:r>
            <a:r>
              <a:rPr lang="en-US" sz="1400">
                <a:latin typeface="Times New Roman"/>
                <a:ea typeface="+mn-lt"/>
                <a:cs typeface="+mn-lt"/>
              </a:rPr>
              <a:t>". </a:t>
            </a:r>
            <a:r>
              <a:rPr lang="en-US" sz="1400" err="1">
                <a:latin typeface="Times New Roman"/>
                <a:ea typeface="+mn-lt"/>
                <a:cs typeface="+mn-lt"/>
              </a:rPr>
              <a:t>Verifica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validità</a:t>
            </a:r>
            <a:r>
              <a:rPr lang="en-US" sz="1400">
                <a:latin typeface="Times New Roman"/>
                <a:ea typeface="+mn-lt"/>
                <a:cs typeface="+mn-lt"/>
              </a:rPr>
              <a:t> del modulo e, 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valido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invia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un'offerta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specifica</a:t>
            </a:r>
            <a:r>
              <a:rPr lang="en-US" sz="1400">
                <a:latin typeface="Times New Roman"/>
                <a:ea typeface="+mn-lt"/>
                <a:cs typeface="+mn-lt"/>
              </a:rPr>
              <a:t>. Aggiorna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quindi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visualizzazione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quell'asta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800" b="1"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pPr lvl="1">
              <a:lnSpc>
                <a:spcPct val="120000"/>
              </a:lnSpc>
            </a:pPr>
            <a:endParaRPr lang="en-US" sz="1200">
              <a:latin typeface="Times New Roman"/>
              <a:ea typeface="DengXian"/>
              <a:cs typeface="Times New Roman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+mn-lt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2114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>
            <a:extLst>
              <a:ext uri="{FF2B5EF4-FFF2-40B4-BE49-F238E27FC236}">
                <a16:creationId xmlns:a16="http://schemas.microsoft.com/office/drawing/2014/main" id="{E9DDA0EB-9568-B4DE-1887-1C6814264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812" y="5272"/>
            <a:ext cx="10782312" cy="6856763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F80F40D-C8D7-3A05-F94C-036FF04AB9A3}"/>
              </a:ext>
            </a:extLst>
          </p:cNvPr>
          <p:cNvSpPr/>
          <p:nvPr/>
        </p:nvSpPr>
        <p:spPr>
          <a:xfrm>
            <a:off x="-333" y="112"/>
            <a:ext cx="1415332" cy="686131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Application</a:t>
            </a:r>
            <a:endParaRPr lang="zh-CN"/>
          </a:p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153828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3E2A7F5-5A9A-69DE-BDC7-7B0FC3B2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08495"/>
            <a:ext cx="2936364" cy="849742"/>
          </a:xfrm>
        </p:spPr>
        <p:txBody>
          <a:bodyPr>
            <a:normAutofit lnSpcReduction="10000"/>
          </a:bodyPr>
          <a:lstStyle/>
          <a:p>
            <a:r>
              <a:rPr lang="zh-CN" altLang="en-US">
                <a:ea typeface="DengXian"/>
              </a:rPr>
              <a:t>Model objects (beans)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2936364" cy="3684588"/>
          </a:xfrm>
        </p:spPr>
        <p:txBody>
          <a:bodyPr lIns="109728" tIns="109728" rIns="109728" bIns="91440" anchor="t"/>
          <a:lstStyle/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User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Item (</a:t>
            </a:r>
            <a:r>
              <a:rPr lang="en-US" sz="18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Articolo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Auction (Asta)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Offer</a:t>
            </a: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components</a:t>
            </a: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12970A16-5980-0CD0-4D89-1D7AB17F3F4F}"/>
              </a:ext>
            </a:extLst>
          </p:cNvPr>
          <p:cNvSpPr txBox="1">
            <a:spLocks/>
          </p:cNvSpPr>
          <p:nvPr/>
        </p:nvSpPr>
        <p:spPr>
          <a:xfrm>
            <a:off x="3768967" y="1434692"/>
            <a:ext cx="4176228" cy="83682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Views &amp; components 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D8AC58B-F8B4-1BCD-FF59-CEDC42FD1CFD}"/>
              </a:ext>
            </a:extLst>
          </p:cNvPr>
          <p:cNvSpPr txBox="1">
            <a:spLocks/>
          </p:cNvSpPr>
          <p:nvPr/>
        </p:nvSpPr>
        <p:spPr>
          <a:xfrm>
            <a:off x="3768968" y="2555654"/>
            <a:ext cx="4176228" cy="3684588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</a:t>
            </a:r>
            <a:endParaRPr lang="zh-CN" altLang="en-US" dirty="0"/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 form</a:t>
            </a:r>
            <a:endParaRPr lang="en-US" sz="1200" dirty="0">
              <a:ea typeface="DengXian"/>
            </a:endParaRPr>
          </a:p>
          <a:p>
            <a:r>
              <a:rPr lang="en-US" sz="15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Home Page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Aste (ordered by date) not closed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Aste closed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Articolo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Form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 Asta Form (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mostra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l'elenco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degli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articoli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disponibili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Keyword form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List of Won Auction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List of Auction</a:t>
            </a:r>
          </a:p>
          <a:p>
            <a:pPr lvl="1"/>
            <a:r>
              <a:rPr lang="en-US" sz="12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Give Offer Form</a:t>
            </a:r>
            <a:endParaRPr lang="en-US" sz="1200" dirty="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pPr lvl="1"/>
            <a:endParaRPr lang="en-US" sz="1500" dirty="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800" dirty="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 dirty="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 dirty="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14" name="文本占位符 5">
            <a:extLst>
              <a:ext uri="{FF2B5EF4-FFF2-40B4-BE49-F238E27FC236}">
                <a16:creationId xmlns:a16="http://schemas.microsoft.com/office/drawing/2014/main" id="{7780F03A-282A-6B7A-67D0-6CC3AE456B48}"/>
              </a:ext>
            </a:extLst>
          </p:cNvPr>
          <p:cNvSpPr txBox="1">
            <a:spLocks/>
          </p:cNvSpPr>
          <p:nvPr/>
        </p:nvSpPr>
        <p:spPr>
          <a:xfrm>
            <a:off x="7940595" y="1437398"/>
            <a:ext cx="2936364" cy="849742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Servlet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EEDB1B41-3235-BBAC-68FC-4BF91137FBCB}"/>
              </a:ext>
            </a:extLst>
          </p:cNvPr>
          <p:cNvSpPr txBox="1">
            <a:spLocks/>
          </p:cNvSpPr>
          <p:nvPr/>
        </p:nvSpPr>
        <p:spPr>
          <a:xfrm>
            <a:off x="7947852" y="2555654"/>
            <a:ext cx="3313735" cy="4163559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Check</a:t>
            </a: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</a:t>
            </a:r>
            <a:endParaRPr lang="zh-CN" altLang="en-US" sz="1200">
              <a:solidFill>
                <a:srgbClr val="001E2E"/>
              </a:solidFill>
              <a:latin typeface="DengXi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Logout</a:t>
            </a: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CreateNewAuction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CreateNewItem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FindItemWithKeyword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GetAuctionDetials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GetAuctionItemDetails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GetOfferOfAuction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GiveOffer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GoToBuyPage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GoToHomePage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GoToOfferDetailsPage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GoToSellPage</a:t>
            </a:r>
          </a:p>
          <a:p>
            <a:pPr>
              <a:lnSpc>
                <a:spcPct val="50000"/>
              </a:lnSpc>
            </a:pP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en-US" altLang="zh-CN" sz="18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</p:spTree>
    <p:extLst>
      <p:ext uri="{BB962C8B-B14F-4D97-AF65-F5344CB8AC3E}">
        <p14:creationId xmlns:p14="http://schemas.microsoft.com/office/powerpoint/2010/main" val="3486734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12970A16-5980-0CD0-4D89-1D7AB17F3F4F}"/>
              </a:ext>
            </a:extLst>
          </p:cNvPr>
          <p:cNvSpPr txBox="1">
            <a:spLocks/>
          </p:cNvSpPr>
          <p:nvPr/>
        </p:nvSpPr>
        <p:spPr>
          <a:xfrm>
            <a:off x="1098434" y="182156"/>
            <a:ext cx="9962261" cy="83682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Data access objects (classes) 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D8AC58B-F8B4-1BCD-FF59-CEDC42FD1CFD}"/>
              </a:ext>
            </a:extLst>
          </p:cNvPr>
          <p:cNvSpPr txBox="1">
            <a:spLocks/>
          </p:cNvSpPr>
          <p:nvPr/>
        </p:nvSpPr>
        <p:spPr>
          <a:xfrm>
            <a:off x="1095510" y="1018982"/>
            <a:ext cx="5005972" cy="3684588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User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checkCredentials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(username, password)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findUserOfAuction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findUserOfAuctionByOffer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(offer)</a:t>
            </a:r>
          </a:p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Auction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closeAuction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userId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findAllAuctionOFF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(user)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findAllAuctionWithItemID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itemId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getCurrentMaxBid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auctionId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r>
              <a:rPr lang="en-US" sz="1800" b="1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WonAuction</a:t>
            </a:r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DAO</a:t>
            </a:r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findAllAuctionsWonByUser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findUseerWonByAuction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 (auction)</a:t>
            </a:r>
            <a:endParaRPr lang="en-US"/>
          </a:p>
          <a:p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C4AF17D-5528-5D8D-4B3F-AAABB366DBA2}"/>
              </a:ext>
            </a:extLst>
          </p:cNvPr>
          <p:cNvSpPr txBox="1">
            <a:spLocks/>
          </p:cNvSpPr>
          <p:nvPr/>
        </p:nvSpPr>
        <p:spPr>
          <a:xfrm>
            <a:off x="6098831" y="1018982"/>
            <a:ext cx="5005972" cy="3684588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Item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findItem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createItem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(item)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insertItemInAuction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(auction, item)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updateItemState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(item)</a:t>
            </a:r>
            <a:endParaRPr lang="en-US" sz="1500">
              <a:solidFill>
                <a:srgbClr val="B4A078"/>
              </a:solidFill>
              <a:latin typeface="Times New Roman"/>
              <a:ea typeface="DengXian"/>
              <a:cs typeface="Calibri"/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findAllItemUnSold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findItemWithKeyWord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(keyword)</a:t>
            </a:r>
            <a:endParaRPr lang="en-US">
              <a:solidFill>
                <a:srgbClr val="B4A078"/>
              </a:solidFill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findItem_ID_WithKeyWord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(keyword)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findAll_ItemID_OfAuction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findAll_Item_OfAuction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findAll_Item_Not_In_Auctioned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()</a:t>
            </a:r>
          </a:p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Offer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findOffer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createOffer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(offer)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findAllOfferOfAuction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findAllOfferOfAuctionByAucID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auctionID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7073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LOGIN</a:t>
            </a:r>
          </a:p>
        </p:txBody>
      </p:sp>
      <p:pic>
        <p:nvPicPr>
          <p:cNvPr id="3" name="Immagine 4" descr="Immagine che contiene testo, schermata, diagramma, Piano&#10;&#10;Descrizione generata automaticamente">
            <a:extLst>
              <a:ext uri="{FF2B5EF4-FFF2-40B4-BE49-F238E27FC236}">
                <a16:creationId xmlns:a16="http://schemas.microsoft.com/office/drawing/2014/main" id="{6A9DE786-547C-74ED-CB7B-C1305089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51" y="1757533"/>
            <a:ext cx="9907979" cy="46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98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 dirty="0">
                <a:solidFill>
                  <a:srgbClr val="B4A078"/>
                </a:solidFill>
                <a:latin typeface="Gill Sans MT"/>
              </a:rPr>
              <a:t>EVENT:  </a:t>
            </a:r>
            <a:r>
              <a:rPr lang="en-US" altLang="zh-CN" sz="2800" b="1" cap="all" dirty="0" err="1">
                <a:solidFill>
                  <a:srgbClr val="B4A078"/>
                </a:solidFill>
                <a:latin typeface="Gill Sans MT"/>
              </a:rPr>
              <a:t>caricamento</a:t>
            </a:r>
            <a:r>
              <a:rPr lang="en-US" altLang="zh-CN" sz="2800" b="1" cap="all" dirty="0">
                <a:solidFill>
                  <a:srgbClr val="B4A078"/>
                </a:solidFill>
                <a:latin typeface="Gill Sans MT"/>
              </a:rPr>
              <a:t> home page </a:t>
            </a:r>
          </a:p>
        </p:txBody>
      </p:sp>
      <p:pic>
        <p:nvPicPr>
          <p:cNvPr id="2" name="图片 2" descr="图示&#10;&#10;已自动生成说明">
            <a:extLst>
              <a:ext uri="{FF2B5EF4-FFF2-40B4-BE49-F238E27FC236}">
                <a16:creationId xmlns:a16="http://schemas.microsoft.com/office/drawing/2014/main" id="{68F5E4A7-EB15-26CF-9C38-4AE0E5A4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750"/>
            <a:ext cx="12192000" cy="445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76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create new Item</a:t>
            </a:r>
          </a:p>
        </p:txBody>
      </p:sp>
      <p:pic>
        <p:nvPicPr>
          <p:cNvPr id="2" name="Immagine 2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71FA116C-1D1C-9B62-68C1-27365FF6F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75" y="1824955"/>
            <a:ext cx="7855974" cy="463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87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create new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aUCTION</a:t>
            </a:r>
            <a:endParaRPr lang="it-IT" err="1"/>
          </a:p>
        </p:txBody>
      </p:sp>
      <p:pic>
        <p:nvPicPr>
          <p:cNvPr id="2" name="Immagine 2" descr="Immagine che contiene testo, schermata, diagramma, Piano&#10;&#10;Descrizione generata automaticamente">
            <a:extLst>
              <a:ext uri="{FF2B5EF4-FFF2-40B4-BE49-F238E27FC236}">
                <a16:creationId xmlns:a16="http://schemas.microsoft.com/office/drawing/2014/main" id="{86729D32-4376-348F-C6DA-4151B8D2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39" y="1712999"/>
            <a:ext cx="8863780" cy="48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21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show auction details </a:t>
            </a:r>
          </a:p>
        </p:txBody>
      </p:sp>
      <p:pic>
        <p:nvPicPr>
          <p:cNvPr id="2" name="Immagine 2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F48B62D5-4A40-5D1D-03C1-AAAD72BCC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802346"/>
            <a:ext cx="7675716" cy="447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95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close auction</a:t>
            </a:r>
          </a:p>
        </p:txBody>
      </p:sp>
      <p:pic>
        <p:nvPicPr>
          <p:cNvPr id="2" name="Immagine 2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104014B3-E869-4662-F600-669D21555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88" y="1718085"/>
            <a:ext cx="8814619" cy="493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09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search with keyword</a:t>
            </a:r>
          </a:p>
        </p:txBody>
      </p:sp>
      <p:pic>
        <p:nvPicPr>
          <p:cNvPr id="2" name="Immagine 2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3DC4F6B9-D335-75FD-9EDC-32BF2EED5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13" y="1653386"/>
            <a:ext cx="6922335" cy="501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04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show offer details</a:t>
            </a:r>
          </a:p>
        </p:txBody>
      </p:sp>
      <p:pic>
        <p:nvPicPr>
          <p:cNvPr id="2" name="Immagine 2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7AD887F8-01F1-888C-D934-903E4C1E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713260"/>
            <a:ext cx="6504038" cy="48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75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give offer</a:t>
            </a:r>
          </a:p>
        </p:txBody>
      </p:sp>
      <p:pic>
        <p:nvPicPr>
          <p:cNvPr id="2" name="Immagine 2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4DDC79B2-BD91-71FF-E909-6FAF83E5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949" y="1906891"/>
            <a:ext cx="7610167" cy="44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35666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3148</Words>
  <Application>Microsoft Office PowerPoint</Application>
  <PresentationFormat>宽屏</PresentationFormat>
  <Paragraphs>278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DengXian</vt:lpstr>
      <vt:lpstr>Arial</vt:lpstr>
      <vt:lpstr>Arial Black</vt:lpstr>
      <vt:lpstr>Calibri</vt:lpstr>
      <vt:lpstr>Gill Sans MT</vt:lpstr>
      <vt:lpstr>Times New Roman</vt:lpstr>
      <vt:lpstr>AngleLinesVTI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ximeng cai</cp:lastModifiedBy>
  <cp:revision>29</cp:revision>
  <dcterms:created xsi:type="dcterms:W3CDTF">2023-06-28T08:38:38Z</dcterms:created>
  <dcterms:modified xsi:type="dcterms:W3CDTF">2023-07-03T19:55:25Z</dcterms:modified>
</cp:coreProperties>
</file>